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sldIdLst>
    <p:sldId id="257" r:id="rId2"/>
    <p:sldId id="268" r:id="rId3"/>
    <p:sldId id="269" r:id="rId4"/>
    <p:sldId id="288" r:id="rId5"/>
    <p:sldId id="258" r:id="rId6"/>
    <p:sldId id="259" r:id="rId7"/>
    <p:sldId id="260" r:id="rId8"/>
    <p:sldId id="261" r:id="rId9"/>
    <p:sldId id="275" r:id="rId10"/>
    <p:sldId id="276" r:id="rId11"/>
    <p:sldId id="289" r:id="rId12"/>
    <p:sldId id="277" r:id="rId13"/>
    <p:sldId id="278" r:id="rId14"/>
    <p:sldId id="282" r:id="rId15"/>
    <p:sldId id="283" r:id="rId16"/>
    <p:sldId id="284" r:id="rId17"/>
    <p:sldId id="287" r:id="rId18"/>
    <p:sldId id="279" r:id="rId19"/>
    <p:sldId id="285" r:id="rId20"/>
    <p:sldId id="286" r:id="rId21"/>
    <p:sldId id="280" r:id="rId22"/>
    <p:sldId id="281"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C2AEF5-0A6F-8C47-A815-CE29DFB25E25}" v="40" dt="2025-10-24T03:11:18.404"/>
    <p1510:client id="{30F9F2E4-A514-0875-8108-6AAA961D7185}" v="30" dt="2025-10-23T22:25:23.364"/>
    <p1510:client id="{80244244-84FF-948C-5173-DC187FF19ED6}" v="554" dt="2025-10-24T01:31:51.583"/>
    <p1510:client id="{8E28784A-4194-AF66-4463-C4060507D998}" v="55" dt="2025-10-24T01:15:40.1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lmrich, Mr. Tyler Richard" userId="S::th44707n@pace.edu::9b99dc5e-13f7-48a6-b699-e0c1370f6d54" providerId="AD" clId="Web-{80244244-84FF-948C-5173-DC187FF19ED6}"/>
    <pc:docChg chg="addSld delSld modSld">
      <pc:chgData name="Helmrich, Mr. Tyler Richard" userId="S::th44707n@pace.edu::9b99dc5e-13f7-48a6-b699-e0c1370f6d54" providerId="AD" clId="Web-{80244244-84FF-948C-5173-DC187FF19ED6}" dt="2025-10-24T01:31:51.583" v="493" actId="1076"/>
      <pc:docMkLst>
        <pc:docMk/>
      </pc:docMkLst>
      <pc:sldChg chg="modSp add">
        <pc:chgData name="Helmrich, Mr. Tyler Richard" userId="S::th44707n@pace.edu::9b99dc5e-13f7-48a6-b699-e0c1370f6d54" providerId="AD" clId="Web-{80244244-84FF-948C-5173-DC187FF19ED6}" dt="2025-10-24T01:28:35.840" v="471" actId="20577"/>
        <pc:sldMkLst>
          <pc:docMk/>
          <pc:sldMk cId="2282307849" sldId="258"/>
        </pc:sldMkLst>
        <pc:spChg chg="mod">
          <ac:chgData name="Helmrich, Mr. Tyler Richard" userId="S::th44707n@pace.edu::9b99dc5e-13f7-48a6-b699-e0c1370f6d54" providerId="AD" clId="Web-{80244244-84FF-948C-5173-DC187FF19ED6}" dt="2025-10-24T01:28:35.840" v="471" actId="20577"/>
          <ac:spMkLst>
            <pc:docMk/>
            <pc:sldMk cId="2282307849" sldId="258"/>
            <ac:spMk id="2" creationId="{C0882F31-A8B4-4695-1416-FBFE81509920}"/>
          </ac:spMkLst>
        </pc:spChg>
      </pc:sldChg>
      <pc:sldChg chg="modSp add">
        <pc:chgData name="Helmrich, Mr. Tyler Richard" userId="S::th44707n@pace.edu::9b99dc5e-13f7-48a6-b699-e0c1370f6d54" providerId="AD" clId="Web-{80244244-84FF-948C-5173-DC187FF19ED6}" dt="2025-10-24T01:28:30.215" v="469" actId="20577"/>
        <pc:sldMkLst>
          <pc:docMk/>
          <pc:sldMk cId="2058309998" sldId="259"/>
        </pc:sldMkLst>
        <pc:spChg chg="mod">
          <ac:chgData name="Helmrich, Mr. Tyler Richard" userId="S::th44707n@pace.edu::9b99dc5e-13f7-48a6-b699-e0c1370f6d54" providerId="AD" clId="Web-{80244244-84FF-948C-5173-DC187FF19ED6}" dt="2025-10-24T01:28:30.215" v="469" actId="20577"/>
          <ac:spMkLst>
            <pc:docMk/>
            <pc:sldMk cId="2058309998" sldId="259"/>
            <ac:spMk id="2" creationId="{B1F530C3-94B6-62A3-870A-CB6BAA157C4B}"/>
          </ac:spMkLst>
        </pc:spChg>
      </pc:sldChg>
      <pc:sldChg chg="modSp add del">
        <pc:chgData name="Helmrich, Mr. Tyler Richard" userId="S::th44707n@pace.edu::9b99dc5e-13f7-48a6-b699-e0c1370f6d54" providerId="AD" clId="Web-{80244244-84FF-948C-5173-DC187FF19ED6}" dt="2025-10-24T01:28:27.496" v="468" actId="20577"/>
        <pc:sldMkLst>
          <pc:docMk/>
          <pc:sldMk cId="1810830982" sldId="260"/>
        </pc:sldMkLst>
        <pc:spChg chg="mod">
          <ac:chgData name="Helmrich, Mr. Tyler Richard" userId="S::th44707n@pace.edu::9b99dc5e-13f7-48a6-b699-e0c1370f6d54" providerId="AD" clId="Web-{80244244-84FF-948C-5173-DC187FF19ED6}" dt="2025-10-24T01:28:27.496" v="468" actId="20577"/>
          <ac:spMkLst>
            <pc:docMk/>
            <pc:sldMk cId="1810830982" sldId="260"/>
            <ac:spMk id="2" creationId="{D2CFB416-799C-0977-9F69-43CEAF07A3DA}"/>
          </ac:spMkLst>
        </pc:spChg>
      </pc:sldChg>
      <pc:sldChg chg="modSp add">
        <pc:chgData name="Helmrich, Mr. Tyler Richard" userId="S::th44707n@pace.edu::9b99dc5e-13f7-48a6-b699-e0c1370f6d54" providerId="AD" clId="Web-{80244244-84FF-948C-5173-DC187FF19ED6}" dt="2025-10-24T01:28:23.965" v="467" actId="20577"/>
        <pc:sldMkLst>
          <pc:docMk/>
          <pc:sldMk cId="3875264382" sldId="261"/>
        </pc:sldMkLst>
        <pc:spChg chg="mod">
          <ac:chgData name="Helmrich, Mr. Tyler Richard" userId="S::th44707n@pace.edu::9b99dc5e-13f7-48a6-b699-e0c1370f6d54" providerId="AD" clId="Web-{80244244-84FF-948C-5173-DC187FF19ED6}" dt="2025-10-24T01:28:23.965" v="467" actId="20577"/>
          <ac:spMkLst>
            <pc:docMk/>
            <pc:sldMk cId="3875264382" sldId="261"/>
            <ac:spMk id="2" creationId="{71D7697F-1D55-82C1-ED26-011357FFF7CA}"/>
          </ac:spMkLst>
        </pc:spChg>
      </pc:sldChg>
      <pc:sldChg chg="modSp">
        <pc:chgData name="Helmrich, Mr. Tyler Richard" userId="S::th44707n@pace.edu::9b99dc5e-13f7-48a6-b699-e0c1370f6d54" providerId="AD" clId="Web-{80244244-84FF-948C-5173-DC187FF19ED6}" dt="2025-10-24T01:29:24.388" v="492" actId="14100"/>
        <pc:sldMkLst>
          <pc:docMk/>
          <pc:sldMk cId="2335310312" sldId="268"/>
        </pc:sldMkLst>
        <pc:spChg chg="mod">
          <ac:chgData name="Helmrich, Mr. Tyler Richard" userId="S::th44707n@pace.edu::9b99dc5e-13f7-48a6-b699-e0c1370f6d54" providerId="AD" clId="Web-{80244244-84FF-948C-5173-DC187FF19ED6}" dt="2025-10-24T01:29:24.388" v="492" actId="14100"/>
          <ac:spMkLst>
            <pc:docMk/>
            <pc:sldMk cId="2335310312" sldId="268"/>
            <ac:spMk id="2" creationId="{A671B0B1-DEC1-77D4-1650-103BD847AFDD}"/>
          </ac:spMkLst>
        </pc:spChg>
        <pc:spChg chg="mod">
          <ac:chgData name="Helmrich, Mr. Tyler Richard" userId="S::th44707n@pace.edu::9b99dc5e-13f7-48a6-b699-e0c1370f6d54" providerId="AD" clId="Web-{80244244-84FF-948C-5173-DC187FF19ED6}" dt="2025-10-24T01:26:34.385" v="422" actId="20577"/>
          <ac:spMkLst>
            <pc:docMk/>
            <pc:sldMk cId="2335310312" sldId="268"/>
            <ac:spMk id="10" creationId="{ABDB24EA-F8CA-C605-1EC3-E828F5452748}"/>
          </ac:spMkLst>
        </pc:spChg>
        <pc:spChg chg="mod">
          <ac:chgData name="Helmrich, Mr. Tyler Richard" userId="S::th44707n@pace.edu::9b99dc5e-13f7-48a6-b699-e0c1370f6d54" providerId="AD" clId="Web-{80244244-84FF-948C-5173-DC187FF19ED6}" dt="2025-10-24T01:26:17.932" v="387" actId="20577"/>
          <ac:spMkLst>
            <pc:docMk/>
            <pc:sldMk cId="2335310312" sldId="268"/>
            <ac:spMk id="11" creationId="{E7724337-46C3-DCF2-9535-B0E59497ED2D}"/>
          </ac:spMkLst>
        </pc:spChg>
      </pc:sldChg>
      <pc:sldChg chg="modSp">
        <pc:chgData name="Helmrich, Mr. Tyler Richard" userId="S::th44707n@pace.edu::9b99dc5e-13f7-48a6-b699-e0c1370f6d54" providerId="AD" clId="Web-{80244244-84FF-948C-5173-DC187FF19ED6}" dt="2025-10-24T01:26:46.448" v="433" actId="20577"/>
        <pc:sldMkLst>
          <pc:docMk/>
          <pc:sldMk cId="1601149578" sldId="269"/>
        </pc:sldMkLst>
        <pc:spChg chg="mod">
          <ac:chgData name="Helmrich, Mr. Tyler Richard" userId="S::th44707n@pace.edu::9b99dc5e-13f7-48a6-b699-e0c1370f6d54" providerId="AD" clId="Web-{80244244-84FF-948C-5173-DC187FF19ED6}" dt="2025-10-24T01:26:46.448" v="433" actId="20577"/>
          <ac:spMkLst>
            <pc:docMk/>
            <pc:sldMk cId="1601149578" sldId="269"/>
            <ac:spMk id="10" creationId="{91DCB8F8-BA89-7899-3B71-58E62D8126DD}"/>
          </ac:spMkLst>
        </pc:spChg>
        <pc:spChg chg="mod">
          <ac:chgData name="Helmrich, Mr. Tyler Richard" userId="S::th44707n@pace.edu::9b99dc5e-13f7-48a6-b699-e0c1370f6d54" providerId="AD" clId="Web-{80244244-84FF-948C-5173-DC187FF19ED6}" dt="2025-10-24T01:26:25.838" v="402" actId="20577"/>
          <ac:spMkLst>
            <pc:docMk/>
            <pc:sldMk cId="1601149578" sldId="269"/>
            <ac:spMk id="11" creationId="{82120BEB-5DDB-9F9E-A969-C159109533D1}"/>
          </ac:spMkLst>
        </pc:spChg>
      </pc:sldChg>
      <pc:sldChg chg="del">
        <pc:chgData name="Helmrich, Mr. Tyler Richard" userId="S::th44707n@pace.edu::9b99dc5e-13f7-48a6-b699-e0c1370f6d54" providerId="AD" clId="Web-{80244244-84FF-948C-5173-DC187FF19ED6}" dt="2025-10-24T00:27:14.231" v="50"/>
        <pc:sldMkLst>
          <pc:docMk/>
          <pc:sldMk cId="1187910212" sldId="270"/>
        </pc:sldMkLst>
      </pc:sldChg>
      <pc:sldChg chg="del">
        <pc:chgData name="Helmrich, Mr. Tyler Richard" userId="S::th44707n@pace.edu::9b99dc5e-13f7-48a6-b699-e0c1370f6d54" providerId="AD" clId="Web-{80244244-84FF-948C-5173-DC187FF19ED6}" dt="2025-10-24T00:27:48.470" v="56"/>
        <pc:sldMkLst>
          <pc:docMk/>
          <pc:sldMk cId="1830734002" sldId="271"/>
        </pc:sldMkLst>
      </pc:sldChg>
      <pc:sldChg chg="addSp delSp modSp del">
        <pc:chgData name="Helmrich, Mr. Tyler Richard" userId="S::th44707n@pace.edu::9b99dc5e-13f7-48a6-b699-e0c1370f6d54" providerId="AD" clId="Web-{80244244-84FF-948C-5173-DC187FF19ED6}" dt="2025-10-24T00:24:53.387" v="31"/>
        <pc:sldMkLst>
          <pc:docMk/>
          <pc:sldMk cId="2962203665" sldId="272"/>
        </pc:sldMkLst>
        <pc:spChg chg="del mod">
          <ac:chgData name="Helmrich, Mr. Tyler Richard" userId="S::th44707n@pace.edu::9b99dc5e-13f7-48a6-b699-e0c1370f6d54" providerId="AD" clId="Web-{80244244-84FF-948C-5173-DC187FF19ED6}" dt="2025-10-24T00:24:33.497" v="26"/>
          <ac:spMkLst>
            <pc:docMk/>
            <pc:sldMk cId="2962203665" sldId="272"/>
            <ac:spMk id="2" creationId="{10A4C9B5-DB25-376E-753B-E41007AA6380}"/>
          </ac:spMkLst>
        </pc:spChg>
        <pc:spChg chg="del">
          <ac:chgData name="Helmrich, Mr. Tyler Richard" userId="S::th44707n@pace.edu::9b99dc5e-13f7-48a6-b699-e0c1370f6d54" providerId="AD" clId="Web-{80244244-84FF-948C-5173-DC187FF19ED6}" dt="2025-10-24T00:24:41.871" v="28"/>
          <ac:spMkLst>
            <pc:docMk/>
            <pc:sldMk cId="2962203665" sldId="272"/>
            <ac:spMk id="3" creationId="{4FEFD25C-2F4C-E001-9990-0024D3C3DE1C}"/>
          </ac:spMkLst>
        </pc:spChg>
        <pc:spChg chg="add del mod">
          <ac:chgData name="Helmrich, Mr. Tyler Richard" userId="S::th44707n@pace.edu::9b99dc5e-13f7-48a6-b699-e0c1370f6d54" providerId="AD" clId="Web-{80244244-84FF-948C-5173-DC187FF19ED6}" dt="2025-10-24T00:24:36.621" v="27"/>
          <ac:spMkLst>
            <pc:docMk/>
            <pc:sldMk cId="2962203665" sldId="272"/>
            <ac:spMk id="5" creationId="{650D458B-939F-F273-E0F9-E497A600D386}"/>
          </ac:spMkLst>
        </pc:spChg>
      </pc:sldChg>
      <pc:sldChg chg="del">
        <pc:chgData name="Helmrich, Mr. Tyler Richard" userId="S::th44707n@pace.edu::9b99dc5e-13f7-48a6-b699-e0c1370f6d54" providerId="AD" clId="Web-{80244244-84FF-948C-5173-DC187FF19ED6}" dt="2025-10-24T00:25:27.528" v="36"/>
        <pc:sldMkLst>
          <pc:docMk/>
          <pc:sldMk cId="4007824012" sldId="273"/>
        </pc:sldMkLst>
      </pc:sldChg>
      <pc:sldChg chg="del">
        <pc:chgData name="Helmrich, Mr. Tyler Richard" userId="S::th44707n@pace.edu::9b99dc5e-13f7-48a6-b699-e0c1370f6d54" providerId="AD" clId="Web-{80244244-84FF-948C-5173-DC187FF19ED6}" dt="2025-10-24T00:26:14.903" v="43"/>
        <pc:sldMkLst>
          <pc:docMk/>
          <pc:sldMk cId="1571348037" sldId="274"/>
        </pc:sldMkLst>
      </pc:sldChg>
      <pc:sldChg chg="delSp modSp">
        <pc:chgData name="Helmrich, Mr. Tyler Richard" userId="S::th44707n@pace.edu::9b99dc5e-13f7-48a6-b699-e0c1370f6d54" providerId="AD" clId="Web-{80244244-84FF-948C-5173-DC187FF19ED6}" dt="2025-10-24T01:06:39.188" v="60" actId="1076"/>
        <pc:sldMkLst>
          <pc:docMk/>
          <pc:sldMk cId="2321378509" sldId="275"/>
        </pc:sldMkLst>
        <pc:spChg chg="mod">
          <ac:chgData name="Helmrich, Mr. Tyler Richard" userId="S::th44707n@pace.edu::9b99dc5e-13f7-48a6-b699-e0c1370f6d54" providerId="AD" clId="Web-{80244244-84FF-948C-5173-DC187FF19ED6}" dt="2025-10-24T01:06:39.188" v="60" actId="1076"/>
          <ac:spMkLst>
            <pc:docMk/>
            <pc:sldMk cId="2321378509" sldId="275"/>
            <ac:spMk id="2" creationId="{ACB68B2C-C232-46FD-52DA-EF4DEEF9AF3A}"/>
          </ac:spMkLst>
        </pc:spChg>
        <pc:spChg chg="del">
          <ac:chgData name="Helmrich, Mr. Tyler Richard" userId="S::th44707n@pace.edu::9b99dc5e-13f7-48a6-b699-e0c1370f6d54" providerId="AD" clId="Web-{80244244-84FF-948C-5173-DC187FF19ED6}" dt="2025-10-24T01:06:35.391" v="59"/>
          <ac:spMkLst>
            <pc:docMk/>
            <pc:sldMk cId="2321378509" sldId="275"/>
            <ac:spMk id="3" creationId="{7C05B784-F1F6-B3DB-A3FE-F9A5A2928C95}"/>
          </ac:spMkLst>
        </pc:spChg>
      </pc:sldChg>
      <pc:sldChg chg="modSp">
        <pc:chgData name="Helmrich, Mr. Tyler Richard" userId="S::th44707n@pace.edu::9b99dc5e-13f7-48a6-b699-e0c1370f6d54" providerId="AD" clId="Web-{80244244-84FF-948C-5173-DC187FF19ED6}" dt="2025-10-24T01:31:51.583" v="493" actId="1076"/>
        <pc:sldMkLst>
          <pc:docMk/>
          <pc:sldMk cId="1655025792" sldId="277"/>
        </pc:sldMkLst>
        <pc:spChg chg="mod">
          <ac:chgData name="Helmrich, Mr. Tyler Richard" userId="S::th44707n@pace.edu::9b99dc5e-13f7-48a6-b699-e0c1370f6d54" providerId="AD" clId="Web-{80244244-84FF-948C-5173-DC187FF19ED6}" dt="2025-10-24T01:31:51.583" v="493" actId="1076"/>
          <ac:spMkLst>
            <pc:docMk/>
            <pc:sldMk cId="1655025792" sldId="277"/>
            <ac:spMk id="2" creationId="{94A0E4D6-B3A3-FFF9-F542-F5B836A75952}"/>
          </ac:spMkLst>
        </pc:spChg>
      </pc:sldChg>
      <pc:sldChg chg="modSp">
        <pc:chgData name="Helmrich, Mr. Tyler Richard" userId="S::th44707n@pace.edu::9b99dc5e-13f7-48a6-b699-e0c1370f6d54" providerId="AD" clId="Web-{80244244-84FF-948C-5173-DC187FF19ED6}" dt="2025-10-24T01:27:42.777" v="460" actId="20577"/>
        <pc:sldMkLst>
          <pc:docMk/>
          <pc:sldMk cId="2026709337" sldId="279"/>
        </pc:sldMkLst>
        <pc:spChg chg="mod">
          <ac:chgData name="Helmrich, Mr. Tyler Richard" userId="S::th44707n@pace.edu::9b99dc5e-13f7-48a6-b699-e0c1370f6d54" providerId="AD" clId="Web-{80244244-84FF-948C-5173-DC187FF19ED6}" dt="2025-10-24T01:27:42.777" v="460" actId="20577"/>
          <ac:spMkLst>
            <pc:docMk/>
            <pc:sldMk cId="2026709337" sldId="279"/>
            <ac:spMk id="2" creationId="{36885FEB-18FE-EE5D-93D6-B441B7A765D8}"/>
          </ac:spMkLst>
        </pc:spChg>
      </pc:sldChg>
      <pc:sldChg chg="addSp delSp modSp">
        <pc:chgData name="Helmrich, Mr. Tyler Richard" userId="S::th44707n@pace.edu::9b99dc5e-13f7-48a6-b699-e0c1370f6d54" providerId="AD" clId="Web-{80244244-84FF-948C-5173-DC187FF19ED6}" dt="2025-10-24T00:19:56.899" v="24" actId="1076"/>
        <pc:sldMkLst>
          <pc:docMk/>
          <pc:sldMk cId="2994796495" sldId="280"/>
        </pc:sldMkLst>
        <pc:spChg chg="del mod">
          <ac:chgData name="Helmrich, Mr. Tyler Richard" userId="S::th44707n@pace.edu::9b99dc5e-13f7-48a6-b699-e0c1370f6d54" providerId="AD" clId="Web-{80244244-84FF-948C-5173-DC187FF19ED6}" dt="2025-10-24T00:19:44.851" v="21"/>
          <ac:spMkLst>
            <pc:docMk/>
            <pc:sldMk cId="2994796495" sldId="280"/>
            <ac:spMk id="2" creationId="{621A794A-AE6B-7A31-8153-0A25478E9AFA}"/>
          </ac:spMkLst>
        </pc:spChg>
        <pc:spChg chg="del">
          <ac:chgData name="Helmrich, Mr. Tyler Richard" userId="S::th44707n@pace.edu::9b99dc5e-13f7-48a6-b699-e0c1370f6d54" providerId="AD" clId="Web-{80244244-84FF-948C-5173-DC187FF19ED6}" dt="2025-10-24T00:19:36.085" v="18"/>
          <ac:spMkLst>
            <pc:docMk/>
            <pc:sldMk cId="2994796495" sldId="280"/>
            <ac:spMk id="3" creationId="{349C08DE-4283-B949-A94F-4849047D545D}"/>
          </ac:spMkLst>
        </pc:spChg>
        <pc:spChg chg="add del mod">
          <ac:chgData name="Helmrich, Mr. Tyler Richard" userId="S::th44707n@pace.edu::9b99dc5e-13f7-48a6-b699-e0c1370f6d54" providerId="AD" clId="Web-{80244244-84FF-948C-5173-DC187FF19ED6}" dt="2025-10-24T00:19:48.336" v="22"/>
          <ac:spMkLst>
            <pc:docMk/>
            <pc:sldMk cId="2994796495" sldId="280"/>
            <ac:spMk id="6" creationId="{B325D55F-AD3F-9953-BAD5-B152F4178214}"/>
          </ac:spMkLst>
        </pc:spChg>
        <pc:picChg chg="add mod">
          <ac:chgData name="Helmrich, Mr. Tyler Richard" userId="S::th44707n@pace.edu::9b99dc5e-13f7-48a6-b699-e0c1370f6d54" providerId="AD" clId="Web-{80244244-84FF-948C-5173-DC187FF19ED6}" dt="2025-10-24T00:19:56.899" v="24" actId="1076"/>
          <ac:picMkLst>
            <pc:docMk/>
            <pc:sldMk cId="2994796495" sldId="280"/>
            <ac:picMk id="4" creationId="{0571D062-E92E-43FA-90AB-49B92D977E9D}"/>
          </ac:picMkLst>
        </pc:picChg>
      </pc:sldChg>
      <pc:sldChg chg="modSp">
        <pc:chgData name="Helmrich, Mr. Tyler Richard" userId="S::th44707n@pace.edu::9b99dc5e-13f7-48a6-b699-e0c1370f6d54" providerId="AD" clId="Web-{80244244-84FF-948C-5173-DC187FF19ED6}" dt="2025-10-24T01:28:03.340" v="463" actId="20577"/>
        <pc:sldMkLst>
          <pc:docMk/>
          <pc:sldMk cId="1265307689" sldId="281"/>
        </pc:sldMkLst>
        <pc:spChg chg="mod">
          <ac:chgData name="Helmrich, Mr. Tyler Richard" userId="S::th44707n@pace.edu::9b99dc5e-13f7-48a6-b699-e0c1370f6d54" providerId="AD" clId="Web-{80244244-84FF-948C-5173-DC187FF19ED6}" dt="2025-10-24T01:28:03.340" v="463" actId="20577"/>
          <ac:spMkLst>
            <pc:docMk/>
            <pc:sldMk cId="1265307689" sldId="281"/>
            <ac:spMk id="2" creationId="{BF199B9E-6C74-5DFC-4565-C7A22C5843D5}"/>
          </ac:spMkLst>
        </pc:spChg>
        <pc:spChg chg="mod">
          <ac:chgData name="Helmrich, Mr. Tyler Richard" userId="S::th44707n@pace.edu::9b99dc5e-13f7-48a6-b699-e0c1370f6d54" providerId="AD" clId="Web-{80244244-84FF-948C-5173-DC187FF19ED6}" dt="2025-10-24T01:27:15.761" v="454" actId="20577"/>
          <ac:spMkLst>
            <pc:docMk/>
            <pc:sldMk cId="1265307689" sldId="281"/>
            <ac:spMk id="3" creationId="{1D3F9974-95B2-0FBE-86A9-C2100E0F88BB}"/>
          </ac:spMkLst>
        </pc:spChg>
      </pc:sldChg>
      <pc:sldChg chg="modSp">
        <pc:chgData name="Helmrich, Mr. Tyler Richard" userId="S::th44707n@pace.edu::9b99dc5e-13f7-48a6-b699-e0c1370f6d54" providerId="AD" clId="Web-{80244244-84FF-948C-5173-DC187FF19ED6}" dt="2025-10-24T01:27:50.793" v="461" actId="20577"/>
        <pc:sldMkLst>
          <pc:docMk/>
          <pc:sldMk cId="3469716013" sldId="285"/>
        </pc:sldMkLst>
        <pc:spChg chg="mod">
          <ac:chgData name="Helmrich, Mr. Tyler Richard" userId="S::th44707n@pace.edu::9b99dc5e-13f7-48a6-b699-e0c1370f6d54" providerId="AD" clId="Web-{80244244-84FF-948C-5173-DC187FF19ED6}" dt="2025-10-24T01:27:50.793" v="461" actId="20577"/>
          <ac:spMkLst>
            <pc:docMk/>
            <pc:sldMk cId="3469716013" sldId="285"/>
            <ac:spMk id="2" creationId="{36885FEB-18FE-EE5D-93D6-B441B7A765D8}"/>
          </ac:spMkLst>
        </pc:spChg>
      </pc:sldChg>
      <pc:sldChg chg="modSp">
        <pc:chgData name="Helmrich, Mr. Tyler Richard" userId="S::th44707n@pace.edu::9b99dc5e-13f7-48a6-b699-e0c1370f6d54" providerId="AD" clId="Web-{80244244-84FF-948C-5173-DC187FF19ED6}" dt="2025-10-24T01:27:55.340" v="462" actId="20577"/>
        <pc:sldMkLst>
          <pc:docMk/>
          <pc:sldMk cId="1540623038" sldId="286"/>
        </pc:sldMkLst>
        <pc:spChg chg="mod">
          <ac:chgData name="Helmrich, Mr. Tyler Richard" userId="S::th44707n@pace.edu::9b99dc5e-13f7-48a6-b699-e0c1370f6d54" providerId="AD" clId="Web-{80244244-84FF-948C-5173-DC187FF19ED6}" dt="2025-10-24T01:27:55.340" v="462" actId="20577"/>
          <ac:spMkLst>
            <pc:docMk/>
            <pc:sldMk cId="1540623038" sldId="286"/>
            <ac:spMk id="2" creationId="{36885FEB-18FE-EE5D-93D6-B441B7A765D8}"/>
          </ac:spMkLst>
        </pc:spChg>
      </pc:sldChg>
      <pc:sldChg chg="addSp delSp modSp add replId">
        <pc:chgData name="Helmrich, Mr. Tyler Richard" userId="S::th44707n@pace.edu::9b99dc5e-13f7-48a6-b699-e0c1370f6d54" providerId="AD" clId="Web-{80244244-84FF-948C-5173-DC187FF19ED6}" dt="2025-10-24T01:27:37.168" v="459" actId="20577"/>
        <pc:sldMkLst>
          <pc:docMk/>
          <pc:sldMk cId="196500461" sldId="287"/>
        </pc:sldMkLst>
        <pc:spChg chg="add mod">
          <ac:chgData name="Helmrich, Mr. Tyler Richard" userId="S::th44707n@pace.edu::9b99dc5e-13f7-48a6-b699-e0c1370f6d54" providerId="AD" clId="Web-{80244244-84FF-948C-5173-DC187FF19ED6}" dt="2025-10-24T01:27:37.168" v="459" actId="20577"/>
          <ac:spMkLst>
            <pc:docMk/>
            <pc:sldMk cId="196500461" sldId="287"/>
            <ac:spMk id="5" creationId="{AAD9BCF5-7B4F-4C03-77A5-B535B91E6734}"/>
          </ac:spMkLst>
        </pc:spChg>
        <pc:spChg chg="del">
          <ac:chgData name="Helmrich, Mr. Tyler Richard" userId="S::th44707n@pace.edu::9b99dc5e-13f7-48a6-b699-e0c1370f6d54" providerId="AD" clId="Web-{80244244-84FF-948C-5173-DC187FF19ED6}" dt="2025-10-24T00:07:04.314" v="1"/>
          <ac:spMkLst>
            <pc:docMk/>
            <pc:sldMk cId="196500461" sldId="287"/>
            <ac:spMk id="7" creationId="{B587389B-6A29-1472-B146-12EFC93F424D}"/>
          </ac:spMkLst>
        </pc:spChg>
        <pc:picChg chg="del">
          <ac:chgData name="Helmrich, Mr. Tyler Richard" userId="S::th44707n@pace.edu::9b99dc5e-13f7-48a6-b699-e0c1370f6d54" providerId="AD" clId="Web-{80244244-84FF-948C-5173-DC187FF19ED6}" dt="2025-10-24T00:07:05.814" v="2"/>
          <ac:picMkLst>
            <pc:docMk/>
            <pc:sldMk cId="196500461" sldId="287"/>
            <ac:picMk id="2" creationId="{4EEB8D30-51B3-BA6A-F10B-A1F1A9D57863}"/>
          </ac:picMkLst>
        </pc:picChg>
        <pc:picChg chg="add mod">
          <ac:chgData name="Helmrich, Mr. Tyler Richard" userId="S::th44707n@pace.edu::9b99dc5e-13f7-48a6-b699-e0c1370f6d54" providerId="AD" clId="Web-{80244244-84FF-948C-5173-DC187FF19ED6}" dt="2025-10-24T00:07:16.017" v="4" actId="1076"/>
          <ac:picMkLst>
            <pc:docMk/>
            <pc:sldMk cId="196500461" sldId="287"/>
            <ac:picMk id="3" creationId="{B29769DF-2690-5385-188A-5730B25F74D4}"/>
          </ac:picMkLst>
        </pc:picChg>
      </pc:sldChg>
      <pc:sldChg chg="modSp add">
        <pc:chgData name="Helmrich, Mr. Tyler Richard" userId="S::th44707n@pace.edu::9b99dc5e-13f7-48a6-b699-e0c1370f6d54" providerId="AD" clId="Web-{80244244-84FF-948C-5173-DC187FF19ED6}" dt="2025-10-24T01:28:40.465" v="473" actId="20577"/>
        <pc:sldMkLst>
          <pc:docMk/>
          <pc:sldMk cId="235074017" sldId="288"/>
        </pc:sldMkLst>
        <pc:spChg chg="mod">
          <ac:chgData name="Helmrich, Mr. Tyler Richard" userId="S::th44707n@pace.edu::9b99dc5e-13f7-48a6-b699-e0c1370f6d54" providerId="AD" clId="Web-{80244244-84FF-948C-5173-DC187FF19ED6}" dt="2025-10-24T01:28:40.465" v="473" actId="20577"/>
          <ac:spMkLst>
            <pc:docMk/>
            <pc:sldMk cId="235074017" sldId="288"/>
            <ac:spMk id="2" creationId="{624FB6F2-7F06-FB2D-75BA-DC1E206C8DCD}"/>
          </ac:spMkLst>
        </pc:spChg>
        <pc:spChg chg="mod">
          <ac:chgData name="Helmrich, Mr. Tyler Richard" userId="S::th44707n@pace.edu::9b99dc5e-13f7-48a6-b699-e0c1370f6d54" providerId="AD" clId="Web-{80244244-84FF-948C-5173-DC187FF19ED6}" dt="2025-10-24T00:27:37.357" v="55" actId="20577"/>
          <ac:spMkLst>
            <pc:docMk/>
            <pc:sldMk cId="235074017" sldId="288"/>
            <ac:spMk id="3" creationId="{B70E1108-327A-7F2B-54B1-489A230E8DB0}"/>
          </ac:spMkLst>
        </pc:spChg>
      </pc:sldChg>
      <pc:sldChg chg="modSp">
        <pc:chgData name="Helmrich, Mr. Tyler Richard" userId="S::th44707n@pace.edu::9b99dc5e-13f7-48a6-b699-e0c1370f6d54" providerId="AD" clId="Web-{80244244-84FF-948C-5173-DC187FF19ED6}" dt="2025-10-24T01:28:15.043" v="465" actId="20577"/>
        <pc:sldMkLst>
          <pc:docMk/>
          <pc:sldMk cId="2091087369" sldId="289"/>
        </pc:sldMkLst>
        <pc:spChg chg="mod">
          <ac:chgData name="Helmrich, Mr. Tyler Richard" userId="S::th44707n@pace.edu::9b99dc5e-13f7-48a6-b699-e0c1370f6d54" providerId="AD" clId="Web-{80244244-84FF-948C-5173-DC187FF19ED6}" dt="2025-10-24T01:28:15.043" v="465" actId="20577"/>
          <ac:spMkLst>
            <pc:docMk/>
            <pc:sldMk cId="2091087369" sldId="289"/>
            <ac:spMk id="2" creationId="{E7A46071-E70A-C58D-5FA1-0DDD697D9469}"/>
          </ac:spMkLst>
        </pc:spChg>
      </pc:sldChg>
    </pc:docChg>
  </pc:docChgLst>
  <pc:docChgLst>
    <pc:chgData name="Moradia, Zenil" userId="211de921-673b-40da-a550-2b18da90ed9a" providerId="ADAL" clId="{29C2AEF5-0A6F-8C47-A815-CE29DFB25E25}"/>
    <pc:docChg chg="undo custSel addSld delSld modSld">
      <pc:chgData name="Moradia, Zenil" userId="211de921-673b-40da-a550-2b18da90ed9a" providerId="ADAL" clId="{29C2AEF5-0A6F-8C47-A815-CE29DFB25E25}" dt="2025-10-24T03:11:18.404" v="158" actId="2696"/>
      <pc:docMkLst>
        <pc:docMk/>
      </pc:docMkLst>
      <pc:sldChg chg="addSp delSp modSp mod">
        <pc:chgData name="Moradia, Zenil" userId="211de921-673b-40da-a550-2b18da90ed9a" providerId="ADAL" clId="{29C2AEF5-0A6F-8C47-A815-CE29DFB25E25}" dt="2025-10-24T01:31:59.389" v="156" actId="14100"/>
        <pc:sldMkLst>
          <pc:docMk/>
          <pc:sldMk cId="1655025792" sldId="277"/>
        </pc:sldMkLst>
        <pc:spChg chg="del">
          <ac:chgData name="Moradia, Zenil" userId="211de921-673b-40da-a550-2b18da90ed9a" providerId="ADAL" clId="{29C2AEF5-0A6F-8C47-A815-CE29DFB25E25}" dt="2025-10-24T00:42:36.541" v="123"/>
          <ac:spMkLst>
            <pc:docMk/>
            <pc:sldMk cId="1655025792" sldId="277"/>
            <ac:spMk id="3" creationId="{B5A0C0CE-1142-DA28-E6FA-D875ABDC4234}"/>
          </ac:spMkLst>
        </pc:spChg>
        <pc:spChg chg="add del mod">
          <ac:chgData name="Moradia, Zenil" userId="211de921-673b-40da-a550-2b18da90ed9a" providerId="ADAL" clId="{29C2AEF5-0A6F-8C47-A815-CE29DFB25E25}" dt="2025-10-24T01:22:24.364" v="136"/>
          <ac:spMkLst>
            <pc:docMk/>
            <pc:sldMk cId="1655025792" sldId="277"/>
            <ac:spMk id="6" creationId="{1390E84B-2C15-F97B-3888-5EB370BF9CC0}"/>
          </ac:spMkLst>
        </pc:spChg>
        <pc:graphicFrameChg chg="add del mod modGraphic">
          <ac:chgData name="Moradia, Zenil" userId="211de921-673b-40da-a550-2b18da90ed9a" providerId="ADAL" clId="{29C2AEF5-0A6F-8C47-A815-CE29DFB25E25}" dt="2025-10-24T01:21:49.069" v="135" actId="478"/>
          <ac:graphicFrameMkLst>
            <pc:docMk/>
            <pc:sldMk cId="1655025792" sldId="277"/>
            <ac:graphicFrameMk id="4" creationId="{C28753DF-36C0-4930-820A-4E7766DD5E84}"/>
          </ac:graphicFrameMkLst>
        </pc:graphicFrameChg>
        <pc:graphicFrameChg chg="add mod modGraphic">
          <ac:chgData name="Moradia, Zenil" userId="211de921-673b-40da-a550-2b18da90ed9a" providerId="ADAL" clId="{29C2AEF5-0A6F-8C47-A815-CE29DFB25E25}" dt="2025-10-24T01:31:59.389" v="156" actId="14100"/>
          <ac:graphicFrameMkLst>
            <pc:docMk/>
            <pc:sldMk cId="1655025792" sldId="277"/>
            <ac:graphicFrameMk id="7" creationId="{DAF10421-BB7A-31CA-3559-FB85604697CF}"/>
          </ac:graphicFrameMkLst>
        </pc:graphicFrameChg>
      </pc:sldChg>
      <pc:sldChg chg="addSp delSp modSp mod setBg">
        <pc:chgData name="Moradia, Zenil" userId="211de921-673b-40da-a550-2b18da90ed9a" providerId="ADAL" clId="{29C2AEF5-0A6F-8C47-A815-CE29DFB25E25}" dt="2025-10-23T23:03:10.209" v="59" actId="20577"/>
        <pc:sldMkLst>
          <pc:docMk/>
          <pc:sldMk cId="2026709337" sldId="279"/>
        </pc:sldMkLst>
        <pc:spChg chg="mod">
          <ac:chgData name="Moradia, Zenil" userId="211de921-673b-40da-a550-2b18da90ed9a" providerId="ADAL" clId="{29C2AEF5-0A6F-8C47-A815-CE29DFB25E25}" dt="2025-10-23T23:00:08.026" v="13" actId="26606"/>
          <ac:spMkLst>
            <pc:docMk/>
            <pc:sldMk cId="2026709337" sldId="279"/>
            <ac:spMk id="2" creationId="{36885FEB-18FE-EE5D-93D6-B441B7A765D8}"/>
          </ac:spMkLst>
        </pc:spChg>
        <pc:spChg chg="del">
          <ac:chgData name="Moradia, Zenil" userId="211de921-673b-40da-a550-2b18da90ed9a" providerId="ADAL" clId="{29C2AEF5-0A6F-8C47-A815-CE29DFB25E25}" dt="2025-10-23T22:59:37.212" v="0"/>
          <ac:spMkLst>
            <pc:docMk/>
            <pc:sldMk cId="2026709337" sldId="279"/>
            <ac:spMk id="3" creationId="{3D05C81C-4777-4E78-4383-071BF9CDA0DE}"/>
          </ac:spMkLst>
        </pc:spChg>
        <pc:spChg chg="add del">
          <ac:chgData name="Moradia, Zenil" userId="211de921-673b-40da-a550-2b18da90ed9a" providerId="ADAL" clId="{29C2AEF5-0A6F-8C47-A815-CE29DFB25E25}" dt="2025-10-23T22:59:55.336" v="4" actId="26606"/>
          <ac:spMkLst>
            <pc:docMk/>
            <pc:sldMk cId="2026709337" sldId="279"/>
            <ac:spMk id="9" creationId="{21292A5D-73B8-4675-8E32-725F825879B5}"/>
          </ac:spMkLst>
        </pc:spChg>
        <pc:spChg chg="add del">
          <ac:chgData name="Moradia, Zenil" userId="211de921-673b-40da-a550-2b18da90ed9a" providerId="ADAL" clId="{29C2AEF5-0A6F-8C47-A815-CE29DFB25E25}" dt="2025-10-23T22:59:55.336" v="4" actId="26606"/>
          <ac:spMkLst>
            <pc:docMk/>
            <pc:sldMk cId="2026709337" sldId="279"/>
            <ac:spMk id="11" creationId="{91090741-A59B-469D-B35F-12BB7714BD5F}"/>
          </ac:spMkLst>
        </pc:spChg>
        <pc:spChg chg="add del">
          <ac:chgData name="Moradia, Zenil" userId="211de921-673b-40da-a550-2b18da90ed9a" providerId="ADAL" clId="{29C2AEF5-0A6F-8C47-A815-CE29DFB25E25}" dt="2025-10-23T22:59:55.336" v="4" actId="26606"/>
          <ac:spMkLst>
            <pc:docMk/>
            <pc:sldMk cId="2026709337" sldId="279"/>
            <ac:spMk id="13" creationId="{7AFBDFBD-17E3-463E-9655-159AA80F0AFA}"/>
          </ac:spMkLst>
        </pc:spChg>
        <pc:spChg chg="add del">
          <ac:chgData name="Moradia, Zenil" userId="211de921-673b-40da-a550-2b18da90ed9a" providerId="ADAL" clId="{29C2AEF5-0A6F-8C47-A815-CE29DFB25E25}" dt="2025-10-23T22:59:58.966" v="6" actId="26606"/>
          <ac:spMkLst>
            <pc:docMk/>
            <pc:sldMk cId="2026709337" sldId="279"/>
            <ac:spMk id="15" creationId="{EC7FF834-B204-4967-8D47-8BB36EAF0EF5}"/>
          </ac:spMkLst>
        </pc:spChg>
        <pc:spChg chg="add del">
          <ac:chgData name="Moradia, Zenil" userId="211de921-673b-40da-a550-2b18da90ed9a" providerId="ADAL" clId="{29C2AEF5-0A6F-8C47-A815-CE29DFB25E25}" dt="2025-10-23T22:59:58.966" v="6" actId="26606"/>
          <ac:spMkLst>
            <pc:docMk/>
            <pc:sldMk cId="2026709337" sldId="279"/>
            <ac:spMk id="16" creationId="{F780A22D-61EA-43E3-BD94-3E39CF902160}"/>
          </ac:spMkLst>
        </pc:spChg>
        <pc:spChg chg="add del">
          <ac:chgData name="Moradia, Zenil" userId="211de921-673b-40da-a550-2b18da90ed9a" providerId="ADAL" clId="{29C2AEF5-0A6F-8C47-A815-CE29DFB25E25}" dt="2025-10-23T23:00:02.487" v="8" actId="26606"/>
          <ac:spMkLst>
            <pc:docMk/>
            <pc:sldMk cId="2026709337" sldId="279"/>
            <ac:spMk id="18" creationId="{EC7FF834-B204-4967-8D47-8BB36EAF0EF5}"/>
          </ac:spMkLst>
        </pc:spChg>
        <pc:spChg chg="add del">
          <ac:chgData name="Moradia, Zenil" userId="211de921-673b-40da-a550-2b18da90ed9a" providerId="ADAL" clId="{29C2AEF5-0A6F-8C47-A815-CE29DFB25E25}" dt="2025-10-23T23:00:02.487" v="8" actId="26606"/>
          <ac:spMkLst>
            <pc:docMk/>
            <pc:sldMk cId="2026709337" sldId="279"/>
            <ac:spMk id="19" creationId="{F780A22D-61EA-43E3-BD94-3E39CF902160}"/>
          </ac:spMkLst>
        </pc:spChg>
        <pc:spChg chg="add del">
          <ac:chgData name="Moradia, Zenil" userId="211de921-673b-40da-a550-2b18da90ed9a" providerId="ADAL" clId="{29C2AEF5-0A6F-8C47-A815-CE29DFB25E25}" dt="2025-10-23T23:00:06.391" v="10" actId="26606"/>
          <ac:spMkLst>
            <pc:docMk/>
            <pc:sldMk cId="2026709337" sldId="279"/>
            <ac:spMk id="21" creationId="{93F0ADB5-A0B4-4B01-A8C4-FDC34CE22BD4}"/>
          </ac:spMkLst>
        </pc:spChg>
        <pc:spChg chg="add del">
          <ac:chgData name="Moradia, Zenil" userId="211de921-673b-40da-a550-2b18da90ed9a" providerId="ADAL" clId="{29C2AEF5-0A6F-8C47-A815-CE29DFB25E25}" dt="2025-10-23T23:00:06.391" v="10" actId="26606"/>
          <ac:spMkLst>
            <pc:docMk/>
            <pc:sldMk cId="2026709337" sldId="279"/>
            <ac:spMk id="22" creationId="{AA6D0FDE-0241-4C21-A720-A69475358235}"/>
          </ac:spMkLst>
        </pc:spChg>
        <pc:spChg chg="add del">
          <ac:chgData name="Moradia, Zenil" userId="211de921-673b-40da-a550-2b18da90ed9a" providerId="ADAL" clId="{29C2AEF5-0A6F-8C47-A815-CE29DFB25E25}" dt="2025-10-23T23:00:08.003" v="12" actId="26606"/>
          <ac:spMkLst>
            <pc:docMk/>
            <pc:sldMk cId="2026709337" sldId="279"/>
            <ac:spMk id="24" creationId="{93F0ADB5-A0B4-4B01-A8C4-FDC34CE22BD4}"/>
          </ac:spMkLst>
        </pc:spChg>
        <pc:spChg chg="add del">
          <ac:chgData name="Moradia, Zenil" userId="211de921-673b-40da-a550-2b18da90ed9a" providerId="ADAL" clId="{29C2AEF5-0A6F-8C47-A815-CE29DFB25E25}" dt="2025-10-23T23:00:08.003" v="12" actId="26606"/>
          <ac:spMkLst>
            <pc:docMk/>
            <pc:sldMk cId="2026709337" sldId="279"/>
            <ac:spMk id="25" creationId="{AA6D0FDE-0241-4C21-A720-A69475358235}"/>
          </ac:spMkLst>
        </pc:spChg>
        <pc:spChg chg="add">
          <ac:chgData name="Moradia, Zenil" userId="211de921-673b-40da-a550-2b18da90ed9a" providerId="ADAL" clId="{29C2AEF5-0A6F-8C47-A815-CE29DFB25E25}" dt="2025-10-23T23:00:08.026" v="13" actId="26606"/>
          <ac:spMkLst>
            <pc:docMk/>
            <pc:sldMk cId="2026709337" sldId="279"/>
            <ac:spMk id="27" creationId="{21292A5D-73B8-4675-8E32-725F825879B5}"/>
          </ac:spMkLst>
        </pc:spChg>
        <pc:spChg chg="add">
          <ac:chgData name="Moradia, Zenil" userId="211de921-673b-40da-a550-2b18da90ed9a" providerId="ADAL" clId="{29C2AEF5-0A6F-8C47-A815-CE29DFB25E25}" dt="2025-10-23T23:00:08.026" v="13" actId="26606"/>
          <ac:spMkLst>
            <pc:docMk/>
            <pc:sldMk cId="2026709337" sldId="279"/>
            <ac:spMk id="28" creationId="{91090741-A59B-469D-B35F-12BB7714BD5F}"/>
          </ac:spMkLst>
        </pc:spChg>
        <pc:spChg chg="add">
          <ac:chgData name="Moradia, Zenil" userId="211de921-673b-40da-a550-2b18da90ed9a" providerId="ADAL" clId="{29C2AEF5-0A6F-8C47-A815-CE29DFB25E25}" dt="2025-10-23T23:00:08.026" v="13" actId="26606"/>
          <ac:spMkLst>
            <pc:docMk/>
            <pc:sldMk cId="2026709337" sldId="279"/>
            <ac:spMk id="29" creationId="{7AFBDFBD-17E3-463E-9655-159AA80F0AFA}"/>
          </ac:spMkLst>
        </pc:spChg>
        <pc:graphicFrameChg chg="add mod modGraphic">
          <ac:chgData name="Moradia, Zenil" userId="211de921-673b-40da-a550-2b18da90ed9a" providerId="ADAL" clId="{29C2AEF5-0A6F-8C47-A815-CE29DFB25E25}" dt="2025-10-23T23:03:10.209" v="59" actId="20577"/>
          <ac:graphicFrameMkLst>
            <pc:docMk/>
            <pc:sldMk cId="2026709337" sldId="279"/>
            <ac:graphicFrameMk id="4" creationId="{6853CFEC-3521-43B1-9CAE-A618C7286F77}"/>
          </ac:graphicFrameMkLst>
        </pc:graphicFrameChg>
      </pc:sldChg>
      <pc:sldChg chg="addSp delSp modSp add del mod">
        <pc:chgData name="Moradia, Zenil" userId="211de921-673b-40da-a550-2b18da90ed9a" providerId="ADAL" clId="{29C2AEF5-0A6F-8C47-A815-CE29DFB25E25}" dt="2025-10-24T03:11:18.404" v="158" actId="2696"/>
        <pc:sldMkLst>
          <pc:docMk/>
          <pc:sldMk cId="3469716013" sldId="285"/>
        </pc:sldMkLst>
        <pc:spChg chg="add del mod">
          <ac:chgData name="Moradia, Zenil" userId="211de921-673b-40da-a550-2b18da90ed9a" providerId="ADAL" clId="{29C2AEF5-0A6F-8C47-A815-CE29DFB25E25}" dt="2025-10-23T23:12:26.336" v="62"/>
          <ac:spMkLst>
            <pc:docMk/>
            <pc:sldMk cId="3469716013" sldId="285"/>
            <ac:spMk id="5" creationId="{8C9893A8-59A7-22D5-7506-DF701C1B69F6}"/>
          </ac:spMkLst>
        </pc:spChg>
        <pc:spChg chg="add del mod">
          <ac:chgData name="Moradia, Zenil" userId="211de921-673b-40da-a550-2b18da90ed9a" providerId="ADAL" clId="{29C2AEF5-0A6F-8C47-A815-CE29DFB25E25}" dt="2025-10-23T23:12:53.322" v="65"/>
          <ac:spMkLst>
            <pc:docMk/>
            <pc:sldMk cId="3469716013" sldId="285"/>
            <ac:spMk id="8" creationId="{6141A01E-E9ED-7879-C270-DA1F6330B43D}"/>
          </ac:spMkLst>
        </pc:spChg>
        <pc:graphicFrameChg chg="del">
          <ac:chgData name="Moradia, Zenil" userId="211de921-673b-40da-a550-2b18da90ed9a" providerId="ADAL" clId="{29C2AEF5-0A6F-8C47-A815-CE29DFB25E25}" dt="2025-10-23T23:12:24.454" v="61" actId="478"/>
          <ac:graphicFrameMkLst>
            <pc:docMk/>
            <pc:sldMk cId="3469716013" sldId="285"/>
            <ac:graphicFrameMk id="4" creationId="{6853CFEC-3521-43B1-9CAE-A618C7286F77}"/>
          </ac:graphicFrameMkLst>
        </pc:graphicFrameChg>
        <pc:graphicFrameChg chg="add del mod modGraphic">
          <ac:chgData name="Moradia, Zenil" userId="211de921-673b-40da-a550-2b18da90ed9a" providerId="ADAL" clId="{29C2AEF5-0A6F-8C47-A815-CE29DFB25E25}" dt="2025-10-23T23:12:39.706" v="64" actId="478"/>
          <ac:graphicFrameMkLst>
            <pc:docMk/>
            <pc:sldMk cId="3469716013" sldId="285"/>
            <ac:graphicFrameMk id="6" creationId="{40018481-09E6-A5C6-10F9-EC2A1D467CD7}"/>
          </ac:graphicFrameMkLst>
        </pc:graphicFrameChg>
        <pc:graphicFrameChg chg="add mod modGraphic">
          <ac:chgData name="Moradia, Zenil" userId="211de921-673b-40da-a550-2b18da90ed9a" providerId="ADAL" clId="{29C2AEF5-0A6F-8C47-A815-CE29DFB25E25}" dt="2025-10-23T23:13:34.009" v="70" actId="122"/>
          <ac:graphicFrameMkLst>
            <pc:docMk/>
            <pc:sldMk cId="3469716013" sldId="285"/>
            <ac:graphicFrameMk id="9" creationId="{1A3F9E39-ACAE-59E0-230A-408C970C7270}"/>
          </ac:graphicFrameMkLst>
        </pc:graphicFrameChg>
      </pc:sldChg>
      <pc:sldChg chg="addSp delSp modSp add mod">
        <pc:chgData name="Moradia, Zenil" userId="211de921-673b-40da-a550-2b18da90ed9a" providerId="ADAL" clId="{29C2AEF5-0A6F-8C47-A815-CE29DFB25E25}" dt="2025-10-23T23:15:55.448" v="122" actId="20577"/>
        <pc:sldMkLst>
          <pc:docMk/>
          <pc:sldMk cId="1540623038" sldId="286"/>
        </pc:sldMkLst>
        <pc:spChg chg="add del mod">
          <ac:chgData name="Moradia, Zenil" userId="211de921-673b-40da-a550-2b18da90ed9a" providerId="ADAL" clId="{29C2AEF5-0A6F-8C47-A815-CE29DFB25E25}" dt="2025-10-23T23:14:07.256" v="73"/>
          <ac:spMkLst>
            <pc:docMk/>
            <pc:sldMk cId="1540623038" sldId="286"/>
            <ac:spMk id="4" creationId="{4A60E124-7EE4-4C60-94B1-9DC80CE79DB4}"/>
          </ac:spMkLst>
        </pc:spChg>
        <pc:graphicFrameChg chg="add mod modGraphic">
          <ac:chgData name="Moradia, Zenil" userId="211de921-673b-40da-a550-2b18da90ed9a" providerId="ADAL" clId="{29C2AEF5-0A6F-8C47-A815-CE29DFB25E25}" dt="2025-10-23T23:15:55.448" v="122" actId="20577"/>
          <ac:graphicFrameMkLst>
            <pc:docMk/>
            <pc:sldMk cId="1540623038" sldId="286"/>
            <ac:graphicFrameMk id="5" creationId="{4644EA3C-8489-B085-E7C8-F571A4B9DCEB}"/>
          </ac:graphicFrameMkLst>
        </pc:graphicFrameChg>
        <pc:graphicFrameChg chg="del">
          <ac:chgData name="Moradia, Zenil" userId="211de921-673b-40da-a550-2b18da90ed9a" providerId="ADAL" clId="{29C2AEF5-0A6F-8C47-A815-CE29DFB25E25}" dt="2025-10-23T23:13:57.849" v="72" actId="478"/>
          <ac:graphicFrameMkLst>
            <pc:docMk/>
            <pc:sldMk cId="1540623038" sldId="286"/>
            <ac:graphicFrameMk id="9" creationId="{1A3F9E39-ACAE-59E0-230A-408C970C7270}"/>
          </ac:graphicFrameMkLst>
        </pc:graphicFrameChg>
      </pc:sldChg>
    </pc:docChg>
  </pc:docChgLst>
  <pc:docChgLst>
    <pc:chgData name="Patel, Jaykumar Jivanbhai" userId="S::jp57820n@pace.edu::faaf9a11-2276-4cbd-9782-c98451f933b5" providerId="AD" clId="Web-{8E28784A-4194-AF66-4463-C4060507D998}"/>
    <pc:docChg chg="addSld modSld">
      <pc:chgData name="Patel, Jaykumar Jivanbhai" userId="S::jp57820n@pace.edu::faaf9a11-2276-4cbd-9782-c98451f933b5" providerId="AD" clId="Web-{8E28784A-4194-AF66-4463-C4060507D998}" dt="2025-10-24T01:15:40.170" v="57" actId="1076"/>
      <pc:docMkLst>
        <pc:docMk/>
      </pc:docMkLst>
      <pc:sldChg chg="addSp modSp">
        <pc:chgData name="Patel, Jaykumar Jivanbhai" userId="S::jp57820n@pace.edu::faaf9a11-2276-4cbd-9782-c98451f933b5" providerId="AD" clId="Web-{8E28784A-4194-AF66-4463-C4060507D998}" dt="2025-10-24T01:15:40.170" v="57" actId="1076"/>
        <pc:sldMkLst>
          <pc:docMk/>
          <pc:sldMk cId="2439709851" sldId="276"/>
        </pc:sldMkLst>
        <pc:spChg chg="mod">
          <ac:chgData name="Patel, Jaykumar Jivanbhai" userId="S::jp57820n@pace.edu::faaf9a11-2276-4cbd-9782-c98451f933b5" providerId="AD" clId="Web-{8E28784A-4194-AF66-4463-C4060507D998}" dt="2025-10-24T00:41:45.820" v="4" actId="1076"/>
          <ac:spMkLst>
            <pc:docMk/>
            <pc:sldMk cId="2439709851" sldId="276"/>
            <ac:spMk id="2" creationId="{CBD430CA-7B74-EF30-54DA-FFD770200A56}"/>
          </ac:spMkLst>
        </pc:spChg>
        <pc:spChg chg="mod">
          <ac:chgData name="Patel, Jaykumar Jivanbhai" userId="S::jp57820n@pace.edu::faaf9a11-2276-4cbd-9782-c98451f933b5" providerId="AD" clId="Web-{8E28784A-4194-AF66-4463-C4060507D998}" dt="2025-10-24T00:46:30.440" v="27" actId="20577"/>
          <ac:spMkLst>
            <pc:docMk/>
            <pc:sldMk cId="2439709851" sldId="276"/>
            <ac:spMk id="3" creationId="{5F85B057-F5AA-339A-A7B1-EE69AF3C91C3}"/>
          </ac:spMkLst>
        </pc:spChg>
        <pc:picChg chg="add mod">
          <ac:chgData name="Patel, Jaykumar Jivanbhai" userId="S::jp57820n@pace.edu::faaf9a11-2276-4cbd-9782-c98451f933b5" providerId="AD" clId="Web-{8E28784A-4194-AF66-4463-C4060507D998}" dt="2025-10-24T01:08:14.176" v="32" actId="1076"/>
          <ac:picMkLst>
            <pc:docMk/>
            <pc:sldMk cId="2439709851" sldId="276"/>
            <ac:picMk id="4" creationId="{279618D0-E277-70C7-88CD-B5C0B86128F1}"/>
          </ac:picMkLst>
        </pc:picChg>
        <pc:picChg chg="add mod">
          <ac:chgData name="Patel, Jaykumar Jivanbhai" userId="S::jp57820n@pace.edu::faaf9a11-2276-4cbd-9782-c98451f933b5" providerId="AD" clId="Web-{8E28784A-4194-AF66-4463-C4060507D998}" dt="2025-10-24T01:15:40.170" v="57" actId="1076"/>
          <ac:picMkLst>
            <pc:docMk/>
            <pc:sldMk cId="2439709851" sldId="276"/>
            <ac:picMk id="5" creationId="{AF3AF79B-EE69-1E3A-DEDC-8998B4087AF7}"/>
          </ac:picMkLst>
        </pc:picChg>
      </pc:sldChg>
      <pc:sldChg chg="addSp modSp new">
        <pc:chgData name="Patel, Jaykumar Jivanbhai" userId="S::jp57820n@pace.edu::faaf9a11-2276-4cbd-9782-c98451f933b5" providerId="AD" clId="Web-{8E28784A-4194-AF66-4463-C4060507D998}" dt="2025-10-24T01:15:32.732" v="56" actId="1076"/>
        <pc:sldMkLst>
          <pc:docMk/>
          <pc:sldMk cId="2091087369" sldId="289"/>
        </pc:sldMkLst>
        <pc:spChg chg="mod">
          <ac:chgData name="Patel, Jaykumar Jivanbhai" userId="S::jp57820n@pace.edu::faaf9a11-2276-4cbd-9782-c98451f933b5" providerId="AD" clId="Web-{8E28784A-4194-AF66-4463-C4060507D998}" dt="2025-10-24T00:44:12.137" v="13" actId="20577"/>
          <ac:spMkLst>
            <pc:docMk/>
            <pc:sldMk cId="2091087369" sldId="289"/>
            <ac:spMk id="2" creationId="{E7A46071-E70A-C58D-5FA1-0DDD697D9469}"/>
          </ac:spMkLst>
        </pc:spChg>
        <pc:spChg chg="mod">
          <ac:chgData name="Patel, Jaykumar Jivanbhai" userId="S::jp57820n@pace.edu::faaf9a11-2276-4cbd-9782-c98451f933b5" providerId="AD" clId="Web-{8E28784A-4194-AF66-4463-C4060507D998}" dt="2025-10-24T00:46:19.735" v="25" actId="20577"/>
          <ac:spMkLst>
            <pc:docMk/>
            <pc:sldMk cId="2091087369" sldId="289"/>
            <ac:spMk id="3" creationId="{178CE108-C842-FFF7-4F4D-74EAB44F6995}"/>
          </ac:spMkLst>
        </pc:spChg>
        <pc:picChg chg="add mod">
          <ac:chgData name="Patel, Jaykumar Jivanbhai" userId="S::jp57820n@pace.edu::faaf9a11-2276-4cbd-9782-c98451f933b5" providerId="AD" clId="Web-{8E28784A-4194-AF66-4463-C4060507D998}" dt="2025-10-24T01:15:32.732" v="56" actId="1076"/>
          <ac:picMkLst>
            <pc:docMk/>
            <pc:sldMk cId="2091087369" sldId="289"/>
            <ac:picMk id="4" creationId="{D84B9C81-25B7-0B3A-5227-9C1B40FD7AA2}"/>
          </ac:picMkLst>
        </pc:picChg>
        <pc:picChg chg="add mod">
          <ac:chgData name="Patel, Jaykumar Jivanbhai" userId="S::jp57820n@pace.edu::faaf9a11-2276-4cbd-9782-c98451f933b5" providerId="AD" clId="Web-{8E28784A-4194-AF66-4463-C4060507D998}" dt="2025-10-24T01:15:18.699" v="52" actId="1076"/>
          <ac:picMkLst>
            <pc:docMk/>
            <pc:sldMk cId="2091087369" sldId="289"/>
            <ac:picMk id="5" creationId="{C4E20FB2-B12C-7247-30FD-1A1C05BC8797}"/>
          </ac:picMkLst>
        </pc:picChg>
      </pc:sldChg>
    </pc:docChg>
  </pc:docChgLst>
  <pc:docChgLst>
    <pc:chgData name="Helmrich, Mr. Tyler Richard" userId="S::th44707n@pace.edu::9b99dc5e-13f7-48a6-b699-e0c1370f6d54" providerId="AD" clId="Web-{30F9F2E4-A514-0875-8108-6AAA961D7185}"/>
    <pc:docChg chg="addSld modSld">
      <pc:chgData name="Helmrich, Mr. Tyler Richard" userId="S::th44707n@pace.edu::9b99dc5e-13f7-48a6-b699-e0c1370f6d54" providerId="AD" clId="Web-{30F9F2E4-A514-0875-8108-6AAA961D7185}" dt="2025-10-23T22:25:27.458" v="35"/>
      <pc:docMkLst>
        <pc:docMk/>
      </pc:docMkLst>
      <pc:sldChg chg="addSp delSp modSp mod setBg">
        <pc:chgData name="Helmrich, Mr. Tyler Richard" userId="S::th44707n@pace.edu::9b99dc5e-13f7-48a6-b699-e0c1370f6d54" providerId="AD" clId="Web-{30F9F2E4-A514-0875-8108-6AAA961D7185}" dt="2025-10-23T21:56:28.371" v="28"/>
        <pc:sldMkLst>
          <pc:docMk/>
          <pc:sldMk cId="2986037739" sldId="278"/>
        </pc:sldMkLst>
        <pc:spChg chg="del mod">
          <ac:chgData name="Helmrich, Mr. Tyler Richard" userId="S::th44707n@pace.edu::9b99dc5e-13f7-48a6-b699-e0c1370f6d54" providerId="AD" clId="Web-{30F9F2E4-A514-0875-8108-6AAA961D7185}" dt="2025-10-23T19:46:53.368" v="5"/>
          <ac:spMkLst>
            <pc:docMk/>
            <pc:sldMk cId="2986037739" sldId="278"/>
            <ac:spMk id="2" creationId="{F02938D4-F762-AB75-ED83-5411DB558E36}"/>
          </ac:spMkLst>
        </pc:spChg>
        <pc:spChg chg="del">
          <ac:chgData name="Helmrich, Mr. Tyler Richard" userId="S::th44707n@pace.edu::9b99dc5e-13f7-48a6-b699-e0c1370f6d54" providerId="AD" clId="Web-{30F9F2E4-A514-0875-8108-6AAA961D7185}" dt="2025-10-23T19:46:27.195" v="0"/>
          <ac:spMkLst>
            <pc:docMk/>
            <pc:sldMk cId="2986037739" sldId="278"/>
            <ac:spMk id="3" creationId="{FCEDDF00-93ED-2E7B-7562-2F9B24655F9F}"/>
          </ac:spMkLst>
        </pc:spChg>
        <pc:spChg chg="add del mod">
          <ac:chgData name="Helmrich, Mr. Tyler Richard" userId="S::th44707n@pace.edu::9b99dc5e-13f7-48a6-b699-e0c1370f6d54" providerId="AD" clId="Web-{30F9F2E4-A514-0875-8108-6AAA961D7185}" dt="2025-10-23T19:47:10.603" v="9"/>
          <ac:spMkLst>
            <pc:docMk/>
            <pc:sldMk cId="2986037739" sldId="278"/>
            <ac:spMk id="6" creationId="{100AD8B8-C863-0166-1318-45D808C55DB3}"/>
          </ac:spMkLst>
        </pc:spChg>
        <pc:spChg chg="add">
          <ac:chgData name="Helmrich, Mr. Tyler Richard" userId="S::th44707n@pace.edu::9b99dc5e-13f7-48a6-b699-e0c1370f6d54" providerId="AD" clId="Web-{30F9F2E4-A514-0875-8108-6AAA961D7185}" dt="2025-10-23T21:56:28.371" v="28"/>
          <ac:spMkLst>
            <pc:docMk/>
            <pc:sldMk cId="2986037739" sldId="278"/>
            <ac:spMk id="12" creationId="{65041AB2-A9B4-4D3F-B120-38E7860A8F1A}"/>
          </ac:spMkLst>
        </pc:spChg>
        <pc:picChg chg="add del mod">
          <ac:chgData name="Helmrich, Mr. Tyler Richard" userId="S::th44707n@pace.edu::9b99dc5e-13f7-48a6-b699-e0c1370f6d54" providerId="AD" clId="Web-{30F9F2E4-A514-0875-8108-6AAA961D7185}" dt="2025-10-23T19:56:30.365" v="12"/>
          <ac:picMkLst>
            <pc:docMk/>
            <pc:sldMk cId="2986037739" sldId="278"/>
            <ac:picMk id="4" creationId="{AE4A846D-C8ED-6487-E08E-BAD9C04BDE5C}"/>
          </ac:picMkLst>
        </pc:picChg>
        <pc:picChg chg="add mod">
          <ac:chgData name="Helmrich, Mr. Tyler Richard" userId="S::th44707n@pace.edu::9b99dc5e-13f7-48a6-b699-e0c1370f6d54" providerId="AD" clId="Web-{30F9F2E4-A514-0875-8108-6AAA961D7185}" dt="2025-10-23T21:56:28.371" v="28"/>
          <ac:picMkLst>
            <pc:docMk/>
            <pc:sldMk cId="2986037739" sldId="278"/>
            <ac:picMk id="7" creationId="{BC612028-DFD1-31F6-3399-FF34D44DA0DD}"/>
          </ac:picMkLst>
        </pc:picChg>
      </pc:sldChg>
      <pc:sldChg chg="addSp delSp modSp add mod replId setBg">
        <pc:chgData name="Helmrich, Mr. Tyler Richard" userId="S::th44707n@pace.edu::9b99dc5e-13f7-48a6-b699-e0c1370f6d54" providerId="AD" clId="Web-{30F9F2E4-A514-0875-8108-6AAA961D7185}" dt="2025-10-23T21:56:11.760" v="26"/>
        <pc:sldMkLst>
          <pc:docMk/>
          <pc:sldMk cId="353001029" sldId="282"/>
        </pc:sldMkLst>
        <pc:spChg chg="add">
          <ac:chgData name="Helmrich, Mr. Tyler Richard" userId="S::th44707n@pace.edu::9b99dc5e-13f7-48a6-b699-e0c1370f6d54" providerId="AD" clId="Web-{30F9F2E4-A514-0875-8108-6AAA961D7185}" dt="2025-10-23T21:56:11.760" v="26"/>
          <ac:spMkLst>
            <pc:docMk/>
            <pc:sldMk cId="353001029" sldId="282"/>
            <ac:spMk id="4" creationId="{65041AB2-A9B4-4D3F-B120-38E7860A8F1A}"/>
          </ac:spMkLst>
        </pc:spChg>
        <pc:picChg chg="add mod">
          <ac:chgData name="Helmrich, Mr. Tyler Richard" userId="S::th44707n@pace.edu::9b99dc5e-13f7-48a6-b699-e0c1370f6d54" providerId="AD" clId="Web-{30F9F2E4-A514-0875-8108-6AAA961D7185}" dt="2025-10-23T21:56:11.760" v="26"/>
          <ac:picMkLst>
            <pc:docMk/>
            <pc:sldMk cId="353001029" sldId="282"/>
            <ac:picMk id="2" creationId="{CE4834E9-9483-2CE4-852B-3BF3EC3BF62E}"/>
          </ac:picMkLst>
        </pc:picChg>
        <pc:picChg chg="del">
          <ac:chgData name="Helmrich, Mr. Tyler Richard" userId="S::th44707n@pace.edu::9b99dc5e-13f7-48a6-b699-e0c1370f6d54" providerId="AD" clId="Web-{30F9F2E4-A514-0875-8108-6AAA961D7185}" dt="2025-10-23T20:04:07.998" v="16"/>
          <ac:picMkLst>
            <pc:docMk/>
            <pc:sldMk cId="353001029" sldId="282"/>
            <ac:picMk id="7" creationId="{CD86FFF0-C444-C4D7-4312-1A2B607DCF23}"/>
          </ac:picMkLst>
        </pc:picChg>
      </pc:sldChg>
      <pc:sldChg chg="addSp delSp modSp add mod replId setBg">
        <pc:chgData name="Helmrich, Mr. Tyler Richard" userId="S::th44707n@pace.edu::9b99dc5e-13f7-48a6-b699-e0c1370f6d54" providerId="AD" clId="Web-{30F9F2E4-A514-0875-8108-6AAA961D7185}" dt="2025-10-23T21:56:08.229" v="25"/>
        <pc:sldMkLst>
          <pc:docMk/>
          <pc:sldMk cId="500058187" sldId="283"/>
        </pc:sldMkLst>
        <pc:spChg chg="add del">
          <ac:chgData name="Helmrich, Mr. Tyler Richard" userId="S::th44707n@pace.edu::9b99dc5e-13f7-48a6-b699-e0c1370f6d54" providerId="AD" clId="Web-{30F9F2E4-A514-0875-8108-6AAA961D7185}" dt="2025-10-23T21:56:08.229" v="24"/>
          <ac:spMkLst>
            <pc:docMk/>
            <pc:sldMk cId="500058187" sldId="283"/>
            <ac:spMk id="8" creationId="{466A9AE5-69DF-4153-B35A-94BDEF32EB06}"/>
          </ac:spMkLst>
        </pc:spChg>
        <pc:spChg chg="add del">
          <ac:chgData name="Helmrich, Mr. Tyler Richard" userId="S::th44707n@pace.edu::9b99dc5e-13f7-48a6-b699-e0c1370f6d54" providerId="AD" clId="Web-{30F9F2E4-A514-0875-8108-6AAA961D7185}" dt="2025-10-23T21:56:08.229" v="24"/>
          <ac:spMkLst>
            <pc:docMk/>
            <pc:sldMk cId="500058187" sldId="283"/>
            <ac:spMk id="10" creationId="{159B5318-27A8-4E50-80D9-B92D4F28EA61}"/>
          </ac:spMkLst>
        </pc:spChg>
        <pc:spChg chg="add">
          <ac:chgData name="Helmrich, Mr. Tyler Richard" userId="S::th44707n@pace.edu::9b99dc5e-13f7-48a6-b699-e0c1370f6d54" providerId="AD" clId="Web-{30F9F2E4-A514-0875-8108-6AAA961D7185}" dt="2025-10-23T21:56:08.229" v="25"/>
          <ac:spMkLst>
            <pc:docMk/>
            <pc:sldMk cId="500058187" sldId="283"/>
            <ac:spMk id="12" creationId="{65041AB2-A9B4-4D3F-B120-38E7860A8F1A}"/>
          </ac:spMkLst>
        </pc:spChg>
        <pc:picChg chg="del">
          <ac:chgData name="Helmrich, Mr. Tyler Richard" userId="S::th44707n@pace.edu::9b99dc5e-13f7-48a6-b699-e0c1370f6d54" providerId="AD" clId="Web-{30F9F2E4-A514-0875-8108-6AAA961D7185}" dt="2025-10-23T21:55:53.040" v="19"/>
          <ac:picMkLst>
            <pc:docMk/>
            <pc:sldMk cId="500058187" sldId="283"/>
            <ac:picMk id="2" creationId="{E0AAF4AF-DAB3-8D98-F4FF-C8A0AD1F9D0E}"/>
          </ac:picMkLst>
        </pc:picChg>
        <pc:picChg chg="add mod">
          <ac:chgData name="Helmrich, Mr. Tyler Richard" userId="S::th44707n@pace.edu::9b99dc5e-13f7-48a6-b699-e0c1370f6d54" providerId="AD" clId="Web-{30F9F2E4-A514-0875-8108-6AAA961D7185}" dt="2025-10-23T21:56:08.229" v="25"/>
          <ac:picMkLst>
            <pc:docMk/>
            <pc:sldMk cId="500058187" sldId="283"/>
            <ac:picMk id="3" creationId="{8FD2E6D9-4201-E325-4BC7-F6E58E256433}"/>
          </ac:picMkLst>
        </pc:picChg>
      </pc:sldChg>
      <pc:sldChg chg="addSp delSp modSp add replId">
        <pc:chgData name="Helmrich, Mr. Tyler Richard" userId="S::th44707n@pace.edu::9b99dc5e-13f7-48a6-b699-e0c1370f6d54" providerId="AD" clId="Web-{30F9F2E4-A514-0875-8108-6AAA961D7185}" dt="2025-10-23T22:25:27.458" v="35"/>
        <pc:sldMkLst>
          <pc:docMk/>
          <pc:sldMk cId="842720563" sldId="284"/>
        </pc:sldMkLst>
        <pc:spChg chg="add">
          <ac:chgData name="Helmrich, Mr. Tyler Richard" userId="S::th44707n@pace.edu::9b99dc5e-13f7-48a6-b699-e0c1370f6d54" providerId="AD" clId="Web-{30F9F2E4-A514-0875-8108-6AAA961D7185}" dt="2025-10-23T22:25:27.458" v="35"/>
          <ac:spMkLst>
            <pc:docMk/>
            <pc:sldMk cId="842720563" sldId="284"/>
            <ac:spMk id="7" creationId="{65041AB2-A9B4-4D3F-B120-38E7860A8F1A}"/>
          </ac:spMkLst>
        </pc:spChg>
        <pc:spChg chg="del">
          <ac:chgData name="Helmrich, Mr. Tyler Richard" userId="S::th44707n@pace.edu::9b99dc5e-13f7-48a6-b699-e0c1370f6d54" providerId="AD" clId="Web-{30F9F2E4-A514-0875-8108-6AAA961D7185}" dt="2025-10-23T22:25:12.676" v="30"/>
          <ac:spMkLst>
            <pc:docMk/>
            <pc:sldMk cId="842720563" sldId="284"/>
            <ac:spMk id="12" creationId="{EF54BFF9-EFA3-B1E5-1116-2A047A178F05}"/>
          </ac:spMkLst>
        </pc:spChg>
        <pc:picChg chg="add mod">
          <ac:chgData name="Helmrich, Mr. Tyler Richard" userId="S::th44707n@pace.edu::9b99dc5e-13f7-48a6-b699-e0c1370f6d54" providerId="AD" clId="Web-{30F9F2E4-A514-0875-8108-6AAA961D7185}" dt="2025-10-23T22:25:27.458" v="35"/>
          <ac:picMkLst>
            <pc:docMk/>
            <pc:sldMk cId="842720563" sldId="284"/>
            <ac:picMk id="2" creationId="{12FBB4CD-E5FA-2582-1674-AC81E62B29D4}"/>
          </ac:picMkLst>
        </pc:picChg>
        <pc:picChg chg="del">
          <ac:chgData name="Helmrich, Mr. Tyler Richard" userId="S::th44707n@pace.edu::9b99dc5e-13f7-48a6-b699-e0c1370f6d54" providerId="AD" clId="Web-{30F9F2E4-A514-0875-8108-6AAA961D7185}" dt="2025-10-23T22:25:14.192" v="31"/>
          <ac:picMkLst>
            <pc:docMk/>
            <pc:sldMk cId="842720563" sldId="284"/>
            <ac:picMk id="3" creationId="{9041587A-65B0-5B7F-852F-8A41EEB753BC}"/>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19T17:27:05.009"/>
    </inkml:context>
    <inkml:brush xml:id="br0">
      <inkml:brushProperty name="width" value="0.1" units="cm"/>
      <inkml:brushProperty name="height" value="0.1" units="cm"/>
    </inkml:brush>
  </inkml:definitions>
  <inkml:trace contextRef="#ctx0" brushRef="#br0">3623 6182 2621 0 0,'-7'-7'0'0'0,"-1"-8"0"0"0,-7-1 0 0 0,-7 7-2553 0 0,-6 0 2553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p:txBody>
          <a:bodyPr/>
          <a:lstStyle/>
          <a:p>
            <a:fld id="{8442CB31-0A2E-9B4D-B11C-CCED939FAC06}" type="datetimeFigureOut">
              <a:rPr lang="en-US" smtClean="0"/>
              <a:t>10/23/2025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17CDBD-45B0-E34B-898E-FD1D2D0C7600}" type="slidenum">
              <a:rPr lang="en-US" smtClean="0"/>
              <a:t>‹#›</a:t>
            </a:fld>
            <a:endParaRPr lang="en-US"/>
          </a:p>
        </p:txBody>
      </p:sp>
    </p:spTree>
    <p:extLst>
      <p:ext uri="{BB962C8B-B14F-4D97-AF65-F5344CB8AC3E}">
        <p14:creationId xmlns:p14="http://schemas.microsoft.com/office/powerpoint/2010/main" val="248800684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42CB31-0A2E-9B4D-B11C-CCED939FAC06}" type="datetimeFigureOut">
              <a:rPr lang="en-US" smtClean="0"/>
              <a:t>10/23/2025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17CDBD-45B0-E34B-898E-FD1D2D0C7600}" type="slidenum">
              <a:rPr lang="en-US" smtClean="0"/>
              <a:t>‹#›</a:t>
            </a:fld>
            <a:endParaRPr lang="en-US"/>
          </a:p>
        </p:txBody>
      </p:sp>
    </p:spTree>
    <p:extLst>
      <p:ext uri="{BB962C8B-B14F-4D97-AF65-F5344CB8AC3E}">
        <p14:creationId xmlns:p14="http://schemas.microsoft.com/office/powerpoint/2010/main" val="2773100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8442CB31-0A2E-9B4D-B11C-CCED939FAC06}" type="datetimeFigureOut">
              <a:rPr lang="en-US" smtClean="0"/>
              <a:t>10/23/2025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17CDBD-45B0-E34B-898E-FD1D2D0C7600}" type="slidenum">
              <a:rPr lang="en-US" smtClean="0"/>
              <a:t>‹#›</a:t>
            </a:fld>
            <a:endParaRPr lang="en-US"/>
          </a:p>
        </p:txBody>
      </p:sp>
    </p:spTree>
    <p:extLst>
      <p:ext uri="{BB962C8B-B14F-4D97-AF65-F5344CB8AC3E}">
        <p14:creationId xmlns:p14="http://schemas.microsoft.com/office/powerpoint/2010/main" val="285575819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8442CB31-0A2E-9B4D-B11C-CCED939FAC06}" type="datetimeFigureOut">
              <a:rPr lang="en-US" smtClean="0"/>
              <a:t>10/23/2025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F617CDBD-45B0-E34B-898E-FD1D2D0C7600}" type="slidenum">
              <a:rPr lang="en-US" smtClean="0"/>
              <a:t>‹#›</a:t>
            </a:fld>
            <a:endParaRPr lang="en-US"/>
          </a:p>
        </p:txBody>
      </p:sp>
    </p:spTree>
    <p:extLst>
      <p:ext uri="{BB962C8B-B14F-4D97-AF65-F5344CB8AC3E}">
        <p14:creationId xmlns:p14="http://schemas.microsoft.com/office/powerpoint/2010/main" val="1846256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8442CB31-0A2E-9B4D-B11C-CCED939FAC06}" type="datetimeFigureOut">
              <a:rPr lang="en-US" smtClean="0"/>
              <a:t>10/23/2025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17CDBD-45B0-E34B-898E-FD1D2D0C7600}"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67810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42CB31-0A2E-9B4D-B11C-CCED939FAC06}" type="datetimeFigureOut">
              <a:rPr lang="en-US" smtClean="0"/>
              <a:t>10/23/2025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17CDBD-45B0-E34B-898E-FD1D2D0C7600}" type="slidenum">
              <a:rPr lang="en-US" smtClean="0"/>
              <a:t>‹#›</a:t>
            </a:fld>
            <a:endParaRPr lang="en-US"/>
          </a:p>
        </p:txBody>
      </p:sp>
    </p:spTree>
    <p:extLst>
      <p:ext uri="{BB962C8B-B14F-4D97-AF65-F5344CB8AC3E}">
        <p14:creationId xmlns:p14="http://schemas.microsoft.com/office/powerpoint/2010/main" val="2131438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42CB31-0A2E-9B4D-B11C-CCED939FAC06}" type="datetimeFigureOut">
              <a:rPr lang="en-US" smtClean="0"/>
              <a:t>10/23/2025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17CDBD-45B0-E34B-898E-FD1D2D0C7600}" type="slidenum">
              <a:rPr lang="en-US" smtClean="0"/>
              <a:t>‹#›</a:t>
            </a:fld>
            <a:endParaRPr lang="en-US"/>
          </a:p>
        </p:txBody>
      </p:sp>
    </p:spTree>
    <p:extLst>
      <p:ext uri="{BB962C8B-B14F-4D97-AF65-F5344CB8AC3E}">
        <p14:creationId xmlns:p14="http://schemas.microsoft.com/office/powerpoint/2010/main" val="2984933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8442CB31-0A2E-9B4D-B11C-CCED939FAC06}" type="datetimeFigureOut">
              <a:rPr lang="en-US" smtClean="0"/>
              <a:t>10/23/2025</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F617CDBD-45B0-E34B-898E-FD1D2D0C7600}" type="slidenum">
              <a:rPr lang="en-US" smtClean="0"/>
              <a:t>‹#›</a:t>
            </a:fld>
            <a:endParaRPr lang="en-US"/>
          </a:p>
        </p:txBody>
      </p:sp>
    </p:spTree>
    <p:extLst>
      <p:ext uri="{BB962C8B-B14F-4D97-AF65-F5344CB8AC3E}">
        <p14:creationId xmlns:p14="http://schemas.microsoft.com/office/powerpoint/2010/main" val="1163383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8442CB31-0A2E-9B4D-B11C-CCED939FAC06}" type="datetimeFigureOut">
              <a:rPr lang="en-US" smtClean="0"/>
              <a:t>10/23/2025</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F617CDBD-45B0-E34B-898E-FD1D2D0C7600}" type="slidenum">
              <a:rPr lang="en-US" smtClean="0"/>
              <a:t>‹#›</a:t>
            </a:fld>
            <a:endParaRPr lang="en-US"/>
          </a:p>
        </p:txBody>
      </p:sp>
    </p:spTree>
    <p:extLst>
      <p:ext uri="{BB962C8B-B14F-4D97-AF65-F5344CB8AC3E}">
        <p14:creationId xmlns:p14="http://schemas.microsoft.com/office/powerpoint/2010/main" val="3807913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42CB31-0A2E-9B4D-B11C-CCED939FAC06}" type="datetimeFigureOut">
              <a:rPr lang="en-US" smtClean="0"/>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17CDBD-45B0-E34B-898E-FD1D2D0C7600}" type="slidenum">
              <a:rPr lang="en-US" smtClean="0"/>
              <a:t>‹#›</a:t>
            </a:fld>
            <a:endParaRPr lang="en-US"/>
          </a:p>
        </p:txBody>
      </p:sp>
    </p:spTree>
    <p:extLst>
      <p:ext uri="{BB962C8B-B14F-4D97-AF65-F5344CB8AC3E}">
        <p14:creationId xmlns:p14="http://schemas.microsoft.com/office/powerpoint/2010/main" val="641976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42CB31-0A2E-9B4D-B11C-CCED939FAC06}" type="datetimeFigureOut">
              <a:rPr lang="en-US" smtClean="0"/>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17CDBD-45B0-E34B-898E-FD1D2D0C7600}" type="slidenum">
              <a:rPr lang="en-US" smtClean="0"/>
              <a:t>‹#›</a:t>
            </a:fld>
            <a:endParaRPr lang="en-US"/>
          </a:p>
        </p:txBody>
      </p:sp>
    </p:spTree>
    <p:extLst>
      <p:ext uri="{BB962C8B-B14F-4D97-AF65-F5344CB8AC3E}">
        <p14:creationId xmlns:p14="http://schemas.microsoft.com/office/powerpoint/2010/main" val="4038962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8442CB31-0A2E-9B4D-B11C-CCED939FAC06}" type="datetimeFigureOut">
              <a:rPr lang="en-US" smtClean="0"/>
              <a:t>10/23/2025</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F617CDBD-45B0-E34B-898E-FD1D2D0C7600}" type="slidenum">
              <a:rPr lang="en-US" smtClean="0"/>
              <a:t>‹#›</a:t>
            </a:fld>
            <a:endParaRPr lang="en-US"/>
          </a:p>
        </p:txBody>
      </p:sp>
    </p:spTree>
    <p:extLst>
      <p:ext uri="{BB962C8B-B14F-4D97-AF65-F5344CB8AC3E}">
        <p14:creationId xmlns:p14="http://schemas.microsoft.com/office/powerpoint/2010/main" val="130715679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57363"/>
            <a:ext cx="9144000" cy="2387600"/>
          </a:xfrm>
        </p:spPr>
        <p:txBody>
          <a:bodyPr vert="horz" lIns="91440" tIns="45720" rIns="91440" bIns="45720" rtlCol="0" anchor="ctr">
            <a:normAutofit/>
          </a:bodyPr>
          <a:lstStyle/>
          <a:p>
            <a:r>
              <a:rPr lang="en-US"/>
              <a:t>IT Architects</a:t>
            </a:r>
            <a:br>
              <a:rPr lang="en-US"/>
            </a:br>
            <a:r>
              <a:rPr lang="en-US" sz="4000"/>
              <a:t>Credit Card Fraud Detection</a:t>
            </a:r>
          </a:p>
        </p:txBody>
      </p:sp>
      <p:sp>
        <p:nvSpPr>
          <p:cNvPr id="3" name="Subtitle 2"/>
          <p:cNvSpPr>
            <a:spLocks noGrp="1"/>
          </p:cNvSpPr>
          <p:nvPr>
            <p:ph type="subTitle" idx="1"/>
          </p:nvPr>
        </p:nvSpPr>
        <p:spPr>
          <a:xfrm>
            <a:off x="1" y="3792539"/>
            <a:ext cx="12191999" cy="1737404"/>
          </a:xfrm>
        </p:spPr>
        <p:txBody>
          <a:bodyPr vert="horz" lIns="91440" tIns="45720" rIns="91440" bIns="45720" rtlCol="0" anchor="t">
            <a:normAutofit/>
          </a:bodyPr>
          <a:lstStyle/>
          <a:p>
            <a:r>
              <a:rPr lang="en-US"/>
              <a:t>Team 1: Arth Patel, Jay Patel, Tyler Helmrich, Xavier Jackson, Zenil </a:t>
            </a:r>
            <a:r>
              <a:rPr lang="en-US" err="1"/>
              <a:t>Moradia</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1B0B1-DEC1-77D4-1650-103BD847AFDD}"/>
              </a:ext>
            </a:extLst>
          </p:cNvPr>
          <p:cNvSpPr>
            <a:spLocks noGrp="1"/>
          </p:cNvSpPr>
          <p:nvPr>
            <p:ph type="title"/>
          </p:nvPr>
        </p:nvSpPr>
        <p:spPr>
          <a:xfrm>
            <a:off x="654210" y="108218"/>
            <a:ext cx="10653578" cy="904258"/>
          </a:xfrm>
        </p:spPr>
        <p:txBody>
          <a:bodyPr vert="horz" lIns="182880" tIns="182880" rIns="182880" bIns="182880" rtlCol="0" anchor="t">
            <a:noAutofit/>
          </a:bodyPr>
          <a:lstStyle/>
          <a:p>
            <a:r>
              <a:rPr lang="en-US" sz="3600" b="1"/>
              <a:t>Team Members</a:t>
            </a:r>
          </a:p>
        </p:txBody>
      </p:sp>
      <p:pic>
        <p:nvPicPr>
          <p:cNvPr id="7" name="Content Placeholder 6" descr="A person standing in a room with windows and a city view&#10;&#10;AI-generated content may be incorrect.">
            <a:extLst>
              <a:ext uri="{FF2B5EF4-FFF2-40B4-BE49-F238E27FC236}">
                <a16:creationId xmlns:a16="http://schemas.microsoft.com/office/drawing/2014/main" id="{6ECDA8F0-5960-125C-E233-58D46163928F}"/>
              </a:ext>
            </a:extLst>
          </p:cNvPr>
          <p:cNvPicPr>
            <a:picLocks noGrp="1" noChangeAspect="1"/>
          </p:cNvPicPr>
          <p:nvPr>
            <p:ph idx="1"/>
          </p:nvPr>
        </p:nvPicPr>
        <p:blipFill>
          <a:blip r:embed="rId2"/>
          <a:stretch>
            <a:fillRect/>
          </a:stretch>
        </p:blipFill>
        <p:spPr>
          <a:xfrm>
            <a:off x="435136" y="1363980"/>
            <a:ext cx="4689544" cy="4114800"/>
          </a:xfrm>
          <a:prstGeom prst="rect">
            <a:avLst/>
          </a:prstGeom>
        </p:spPr>
      </p:pic>
      <p:sp>
        <p:nvSpPr>
          <p:cNvPr id="5" name="Footer Placeholder 4">
            <a:extLst>
              <a:ext uri="{FF2B5EF4-FFF2-40B4-BE49-F238E27FC236}">
                <a16:creationId xmlns:a16="http://schemas.microsoft.com/office/drawing/2014/main" id="{1E5F2AB0-E9BA-277F-3D1D-818A418E7E3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F818D2B-4EE0-B3DE-1E69-4703D70E4831}"/>
              </a:ext>
            </a:extLst>
          </p:cNvPr>
          <p:cNvSpPr>
            <a:spLocks noGrp="1"/>
          </p:cNvSpPr>
          <p:nvPr>
            <p:ph type="sldNum" sz="quarter" idx="12"/>
          </p:nvPr>
        </p:nvSpPr>
        <p:spPr/>
        <p:txBody>
          <a:bodyPr/>
          <a:lstStyle/>
          <a:p>
            <a:fld id="{CC057153-B650-4DEB-B370-79DDCFDCE934}" type="slidenum">
              <a:rPr lang="en-US" dirty="0"/>
              <a:t>2</a:t>
            </a:fld>
            <a:endParaRPr lang="en-US"/>
          </a:p>
        </p:txBody>
      </p:sp>
      <p:pic>
        <p:nvPicPr>
          <p:cNvPr id="8" name="Picture 7" descr="A person standing in front of a wall&#10;&#10;AI-generated content may be incorrect.">
            <a:extLst>
              <a:ext uri="{FF2B5EF4-FFF2-40B4-BE49-F238E27FC236}">
                <a16:creationId xmlns:a16="http://schemas.microsoft.com/office/drawing/2014/main" id="{F632FDBC-4DA2-3B45-A4E2-99420D30E1D5}"/>
              </a:ext>
            </a:extLst>
          </p:cNvPr>
          <p:cNvPicPr>
            <a:picLocks noChangeAspect="1"/>
          </p:cNvPicPr>
          <p:nvPr/>
        </p:nvPicPr>
        <p:blipFill>
          <a:blip r:embed="rId3"/>
          <a:stretch>
            <a:fillRect/>
          </a:stretch>
        </p:blipFill>
        <p:spPr>
          <a:xfrm>
            <a:off x="6764152" y="1363980"/>
            <a:ext cx="4873996" cy="4122420"/>
          </a:xfrm>
          <a:prstGeom prst="rect">
            <a:avLst/>
          </a:prstGeom>
        </p:spPr>
      </p:pic>
      <p:sp>
        <p:nvSpPr>
          <p:cNvPr id="10" name="TextBox 9">
            <a:extLst>
              <a:ext uri="{FF2B5EF4-FFF2-40B4-BE49-F238E27FC236}">
                <a16:creationId xmlns:a16="http://schemas.microsoft.com/office/drawing/2014/main" id="{ABDB24EA-F8CA-C605-1EC3-E828F5452748}"/>
              </a:ext>
            </a:extLst>
          </p:cNvPr>
          <p:cNvSpPr txBox="1"/>
          <p:nvPr/>
        </p:nvSpPr>
        <p:spPr>
          <a:xfrm>
            <a:off x="554710" y="5602329"/>
            <a:ext cx="468697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latin typeface="Aptos"/>
              </a:rPr>
              <a:t>Mr</a:t>
            </a:r>
            <a:r>
              <a:rPr lang="en-US">
                <a:latin typeface="Aptos"/>
              </a:rPr>
              <a:t> Arth Patel</a:t>
            </a:r>
          </a:p>
          <a:p>
            <a:endParaRPr lang="en-US">
              <a:latin typeface="Aptos"/>
            </a:endParaRPr>
          </a:p>
          <a:p>
            <a:r>
              <a:rPr lang="en-US">
                <a:latin typeface="Aptos"/>
              </a:rPr>
              <a:t>Role : Front-End Developer</a:t>
            </a:r>
            <a:endParaRPr lang="en-US"/>
          </a:p>
          <a:p>
            <a:pPr algn="l"/>
            <a:endParaRPr lang="en-US"/>
          </a:p>
        </p:txBody>
      </p:sp>
      <p:sp>
        <p:nvSpPr>
          <p:cNvPr id="11" name="TextBox 10">
            <a:extLst>
              <a:ext uri="{FF2B5EF4-FFF2-40B4-BE49-F238E27FC236}">
                <a16:creationId xmlns:a16="http://schemas.microsoft.com/office/drawing/2014/main" id="{E7724337-46C3-DCF2-9535-B0E59497ED2D}"/>
              </a:ext>
            </a:extLst>
          </p:cNvPr>
          <p:cNvSpPr txBox="1"/>
          <p:nvPr/>
        </p:nvSpPr>
        <p:spPr>
          <a:xfrm>
            <a:off x="6782069" y="5617211"/>
            <a:ext cx="485522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latin typeface="Aptos"/>
              </a:rPr>
              <a:t>Mr</a:t>
            </a:r>
            <a:r>
              <a:rPr lang="en-US">
                <a:latin typeface="Aptos"/>
              </a:rPr>
              <a:t> Tyler </a:t>
            </a:r>
            <a:r>
              <a:rPr lang="en-US" err="1">
                <a:latin typeface="Aptos"/>
              </a:rPr>
              <a:t>Helmirch</a:t>
            </a:r>
            <a:endParaRPr lang="en-US"/>
          </a:p>
          <a:p>
            <a:pPr algn="l"/>
            <a:endParaRPr lang="en-US"/>
          </a:p>
          <a:p>
            <a:r>
              <a:rPr lang="en-US"/>
              <a:t>Role: Scrum Master</a:t>
            </a:r>
          </a:p>
        </p:txBody>
      </p:sp>
    </p:spTree>
    <p:extLst>
      <p:ext uri="{BB962C8B-B14F-4D97-AF65-F5344CB8AC3E}">
        <p14:creationId xmlns:p14="http://schemas.microsoft.com/office/powerpoint/2010/main" val="2335310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person taking a selfie&#10;&#10;AI-generated content may be incorrect.">
            <a:extLst>
              <a:ext uri="{FF2B5EF4-FFF2-40B4-BE49-F238E27FC236}">
                <a16:creationId xmlns:a16="http://schemas.microsoft.com/office/drawing/2014/main" id="{0A84DFBA-31DB-2D42-F772-09D98E77F32C}"/>
              </a:ext>
            </a:extLst>
          </p:cNvPr>
          <p:cNvPicPr>
            <a:picLocks noGrp="1" noChangeAspect="1"/>
          </p:cNvPicPr>
          <p:nvPr>
            <p:ph idx="1"/>
          </p:nvPr>
        </p:nvPicPr>
        <p:blipFill>
          <a:blip r:embed="rId2"/>
          <a:stretch>
            <a:fillRect/>
          </a:stretch>
        </p:blipFill>
        <p:spPr>
          <a:xfrm>
            <a:off x="4327807" y="918726"/>
            <a:ext cx="3086100" cy="4373880"/>
          </a:xfrm>
          <a:prstGeom prst="rect">
            <a:avLst/>
          </a:prstGeom>
        </p:spPr>
      </p:pic>
      <p:sp>
        <p:nvSpPr>
          <p:cNvPr id="5" name="Footer Placeholder 4">
            <a:extLst>
              <a:ext uri="{FF2B5EF4-FFF2-40B4-BE49-F238E27FC236}">
                <a16:creationId xmlns:a16="http://schemas.microsoft.com/office/drawing/2014/main" id="{13812B93-F9BD-7C60-9CA8-0491FAEA5F23}"/>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CC2EF3C9-A362-D29F-2100-A4647DB2AE05}"/>
              </a:ext>
            </a:extLst>
          </p:cNvPr>
          <p:cNvSpPr>
            <a:spLocks noGrp="1"/>
          </p:cNvSpPr>
          <p:nvPr>
            <p:ph type="sldNum" sz="quarter" idx="12"/>
          </p:nvPr>
        </p:nvSpPr>
        <p:spPr/>
        <p:txBody>
          <a:bodyPr/>
          <a:lstStyle/>
          <a:p>
            <a:fld id="{CC057153-B650-4DEB-B370-79DDCFDCE934}" type="slidenum">
              <a:rPr lang="en-US" dirty="0"/>
              <a:t>3</a:t>
            </a:fld>
            <a:endParaRPr lang="en-US"/>
          </a:p>
        </p:txBody>
      </p:sp>
      <p:pic>
        <p:nvPicPr>
          <p:cNvPr id="8" name="Picture 7" descr="A person standing in front of a building&#10;&#10;AI-generated content may be incorrect.">
            <a:extLst>
              <a:ext uri="{FF2B5EF4-FFF2-40B4-BE49-F238E27FC236}">
                <a16:creationId xmlns:a16="http://schemas.microsoft.com/office/drawing/2014/main" id="{EF83EC47-1349-9787-65CF-1F228DD809F2}"/>
              </a:ext>
            </a:extLst>
          </p:cNvPr>
          <p:cNvPicPr>
            <a:picLocks noChangeAspect="1"/>
          </p:cNvPicPr>
          <p:nvPr/>
        </p:nvPicPr>
        <p:blipFill>
          <a:blip r:embed="rId3"/>
          <a:stretch>
            <a:fillRect/>
          </a:stretch>
        </p:blipFill>
        <p:spPr>
          <a:xfrm>
            <a:off x="604544" y="922020"/>
            <a:ext cx="3080971" cy="4366260"/>
          </a:xfrm>
          <a:prstGeom prst="rect">
            <a:avLst/>
          </a:prstGeom>
        </p:spPr>
      </p:pic>
      <p:pic>
        <p:nvPicPr>
          <p:cNvPr id="9" name="Picture 8" descr="A person standing in front of a wood wall&#10;&#10;AI-generated content may be incorrect.">
            <a:extLst>
              <a:ext uri="{FF2B5EF4-FFF2-40B4-BE49-F238E27FC236}">
                <a16:creationId xmlns:a16="http://schemas.microsoft.com/office/drawing/2014/main" id="{4D3CE454-6330-18B7-5F84-3A30B088B564}"/>
              </a:ext>
            </a:extLst>
          </p:cNvPr>
          <p:cNvPicPr>
            <a:picLocks noChangeAspect="1"/>
          </p:cNvPicPr>
          <p:nvPr/>
        </p:nvPicPr>
        <p:blipFill>
          <a:blip r:embed="rId4"/>
          <a:stretch>
            <a:fillRect/>
          </a:stretch>
        </p:blipFill>
        <p:spPr>
          <a:xfrm>
            <a:off x="7988324" y="929640"/>
            <a:ext cx="3395704" cy="4373880"/>
          </a:xfrm>
          <a:prstGeom prst="rect">
            <a:avLst/>
          </a:prstGeom>
        </p:spPr>
      </p:pic>
      <p:sp>
        <p:nvSpPr>
          <p:cNvPr id="10" name="TextBox 9">
            <a:extLst>
              <a:ext uri="{FF2B5EF4-FFF2-40B4-BE49-F238E27FC236}">
                <a16:creationId xmlns:a16="http://schemas.microsoft.com/office/drawing/2014/main" id="{91DCB8F8-BA89-7899-3B71-58E62D8126DD}"/>
              </a:ext>
            </a:extLst>
          </p:cNvPr>
          <p:cNvSpPr txBox="1"/>
          <p:nvPr/>
        </p:nvSpPr>
        <p:spPr>
          <a:xfrm>
            <a:off x="546887" y="5441371"/>
            <a:ext cx="303451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latin typeface="Aptos"/>
              </a:rPr>
              <a:t>Mr</a:t>
            </a:r>
            <a:r>
              <a:rPr lang="en-US">
                <a:latin typeface="Aptos"/>
              </a:rPr>
              <a:t> Jay Patel </a:t>
            </a:r>
          </a:p>
          <a:p>
            <a:endParaRPr lang="en-US">
              <a:latin typeface="Aptos"/>
            </a:endParaRPr>
          </a:p>
          <a:p>
            <a:r>
              <a:rPr lang="en-US">
                <a:latin typeface="Aptos"/>
              </a:rPr>
              <a:t>Role: Back-End Developer</a:t>
            </a:r>
            <a:endParaRPr lang="en-US"/>
          </a:p>
          <a:p>
            <a:pPr algn="l"/>
            <a:endParaRPr lang="en-US"/>
          </a:p>
        </p:txBody>
      </p:sp>
      <p:sp>
        <p:nvSpPr>
          <p:cNvPr id="11" name="TextBox 10">
            <a:extLst>
              <a:ext uri="{FF2B5EF4-FFF2-40B4-BE49-F238E27FC236}">
                <a16:creationId xmlns:a16="http://schemas.microsoft.com/office/drawing/2014/main" id="{82120BEB-5DDB-9F9E-A969-C159109533D1}"/>
              </a:ext>
            </a:extLst>
          </p:cNvPr>
          <p:cNvSpPr txBox="1"/>
          <p:nvPr/>
        </p:nvSpPr>
        <p:spPr>
          <a:xfrm>
            <a:off x="4325447" y="5441371"/>
            <a:ext cx="308846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latin typeface="Aptos"/>
              </a:rPr>
              <a:t>Mr</a:t>
            </a:r>
            <a:r>
              <a:rPr lang="en-US">
                <a:latin typeface="Aptos"/>
              </a:rPr>
              <a:t> Xavier Jackon</a:t>
            </a:r>
          </a:p>
          <a:p>
            <a:endParaRPr lang="en-US">
              <a:latin typeface="Aptos"/>
            </a:endParaRPr>
          </a:p>
          <a:p>
            <a:r>
              <a:rPr lang="en-US">
                <a:latin typeface="Aptos"/>
              </a:rPr>
              <a:t>Role: Machine Learning Lead</a:t>
            </a:r>
            <a:endParaRPr lang="en-US"/>
          </a:p>
          <a:p>
            <a:pPr algn="l"/>
            <a:endParaRPr lang="en-US"/>
          </a:p>
        </p:txBody>
      </p:sp>
      <p:sp>
        <p:nvSpPr>
          <p:cNvPr id="12" name="TextBox 11">
            <a:extLst>
              <a:ext uri="{FF2B5EF4-FFF2-40B4-BE49-F238E27FC236}">
                <a16:creationId xmlns:a16="http://schemas.microsoft.com/office/drawing/2014/main" id="{73519C3F-1D78-36B4-A782-11C4C3CFD099}"/>
              </a:ext>
            </a:extLst>
          </p:cNvPr>
          <p:cNvSpPr txBox="1"/>
          <p:nvPr/>
        </p:nvSpPr>
        <p:spPr>
          <a:xfrm>
            <a:off x="7968632" y="5466695"/>
            <a:ext cx="338516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latin typeface="Aptos"/>
              </a:rPr>
              <a:t>Mr</a:t>
            </a:r>
            <a:r>
              <a:rPr lang="en-US">
                <a:latin typeface="Aptos"/>
              </a:rPr>
              <a:t> </a:t>
            </a:r>
            <a:r>
              <a:rPr lang="en-US" err="1">
                <a:latin typeface="Aptos"/>
              </a:rPr>
              <a:t>Zenil</a:t>
            </a:r>
            <a:r>
              <a:rPr lang="en-US">
                <a:latin typeface="Aptos"/>
              </a:rPr>
              <a:t> </a:t>
            </a:r>
            <a:r>
              <a:rPr lang="en-US" err="1">
                <a:latin typeface="Aptos"/>
              </a:rPr>
              <a:t>Moradia</a:t>
            </a:r>
            <a:endParaRPr lang="en-US"/>
          </a:p>
          <a:p>
            <a:pPr algn="l"/>
            <a:endParaRPr lang="en-US"/>
          </a:p>
          <a:p>
            <a:pPr algn="l"/>
            <a:r>
              <a:rPr lang="en-US"/>
              <a:t>Role: Quality assurance</a:t>
            </a:r>
          </a:p>
        </p:txBody>
      </p:sp>
    </p:spTree>
    <p:extLst>
      <p:ext uri="{BB962C8B-B14F-4D97-AF65-F5344CB8AC3E}">
        <p14:creationId xmlns:p14="http://schemas.microsoft.com/office/powerpoint/2010/main" val="1601149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FB6F2-7F06-FB2D-75BA-DC1E206C8DCD}"/>
              </a:ext>
            </a:extLst>
          </p:cNvPr>
          <p:cNvSpPr>
            <a:spLocks noGrp="1"/>
          </p:cNvSpPr>
          <p:nvPr>
            <p:ph type="title"/>
          </p:nvPr>
        </p:nvSpPr>
        <p:spPr>
          <a:xfrm>
            <a:off x="2231136" y="525291"/>
            <a:ext cx="7729728" cy="1188720"/>
          </a:xfrm>
        </p:spPr>
        <p:txBody>
          <a:bodyPr>
            <a:normAutofit/>
          </a:bodyPr>
          <a:lstStyle/>
          <a:p>
            <a:r>
              <a:rPr lang="en-US" sz="3600" b="1"/>
              <a:t>Problem Statement</a:t>
            </a:r>
          </a:p>
        </p:txBody>
      </p:sp>
      <p:sp>
        <p:nvSpPr>
          <p:cNvPr id="3" name="Content Placeholder 2">
            <a:extLst>
              <a:ext uri="{FF2B5EF4-FFF2-40B4-BE49-F238E27FC236}">
                <a16:creationId xmlns:a16="http://schemas.microsoft.com/office/drawing/2014/main" id="{B70E1108-327A-7F2B-54B1-489A230E8DB0}"/>
              </a:ext>
            </a:extLst>
          </p:cNvPr>
          <p:cNvSpPr>
            <a:spLocks noGrp="1"/>
          </p:cNvSpPr>
          <p:nvPr>
            <p:ph idx="1"/>
          </p:nvPr>
        </p:nvSpPr>
        <p:spPr>
          <a:xfrm>
            <a:off x="838200" y="2291133"/>
            <a:ext cx="10515600" cy="4855241"/>
          </a:xfrm>
        </p:spPr>
        <p:txBody>
          <a:bodyPr vert="horz" lIns="91440" tIns="45720" rIns="91440" bIns="45720" rtlCol="0" anchor="t">
            <a:normAutofit/>
          </a:bodyPr>
          <a:lstStyle/>
          <a:p>
            <a:pPr marL="0" indent="0">
              <a:buNone/>
            </a:pPr>
            <a:r>
              <a:rPr lang="en-US"/>
              <a:t>Credit card fraud remains the leading form of identity theft in the United States, with 2024 seeing over 449,000 complaints to the Federal Trade Commission and within the first quarter of 2025 adding another 151,000 cases. In the United States, 63% of cardholders have been targeted at least once, and more than half of these victims report experiencing repeated attacks.</a:t>
            </a:r>
          </a:p>
          <a:p>
            <a:pPr marL="0" indent="0">
              <a:buNone/>
            </a:pPr>
            <a:endParaRPr lang="en-US"/>
          </a:p>
          <a:p>
            <a:pPr marL="0" indent="0">
              <a:buNone/>
            </a:pPr>
            <a:r>
              <a:rPr lang="en-US"/>
              <a:t>This persistent threat not only inflicts hundreds of millions of dollars in annual losses but also erodes consumer confidence in digital payments. Existing detection systems struggle to keep up with the evolving tactics of scammers and the extreme imbalance between legitimate and fraudulent transactions. There is an urgent need for a robust, real-time solution that can accurately flag while minimizing false alarms.</a:t>
            </a:r>
          </a:p>
        </p:txBody>
      </p:sp>
    </p:spTree>
    <p:extLst>
      <p:ext uri="{BB962C8B-B14F-4D97-AF65-F5344CB8AC3E}">
        <p14:creationId xmlns:p14="http://schemas.microsoft.com/office/powerpoint/2010/main" val="235074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82F31-A8B4-4695-1416-FBFE81509920}"/>
              </a:ext>
            </a:extLst>
          </p:cNvPr>
          <p:cNvSpPr>
            <a:spLocks noGrp="1"/>
          </p:cNvSpPr>
          <p:nvPr>
            <p:ph type="title"/>
          </p:nvPr>
        </p:nvSpPr>
        <p:spPr>
          <a:xfrm>
            <a:off x="2231136" y="197130"/>
            <a:ext cx="7729728" cy="1188720"/>
          </a:xfrm>
        </p:spPr>
        <p:txBody>
          <a:bodyPr>
            <a:normAutofit/>
          </a:bodyPr>
          <a:lstStyle/>
          <a:p>
            <a:r>
              <a:rPr lang="en-US" sz="3600" b="1"/>
              <a:t>Problem Description</a:t>
            </a:r>
          </a:p>
        </p:txBody>
      </p:sp>
      <p:graphicFrame>
        <p:nvGraphicFramePr>
          <p:cNvPr id="5" name="Content Placeholder 4">
            <a:extLst>
              <a:ext uri="{FF2B5EF4-FFF2-40B4-BE49-F238E27FC236}">
                <a16:creationId xmlns:a16="http://schemas.microsoft.com/office/drawing/2014/main" id="{0457305A-6FCF-462F-9EA2-CE2D70A90364}"/>
              </a:ext>
            </a:extLst>
          </p:cNvPr>
          <p:cNvGraphicFramePr>
            <a:graphicFrameLocks noGrp="1"/>
          </p:cNvGraphicFramePr>
          <p:nvPr>
            <p:ph idx="1"/>
          </p:nvPr>
        </p:nvGraphicFramePr>
        <p:xfrm>
          <a:off x="840154" y="1719384"/>
          <a:ext cx="10515599" cy="4096618"/>
        </p:xfrm>
        <a:graphic>
          <a:graphicData uri="http://schemas.openxmlformats.org/drawingml/2006/table">
            <a:tbl>
              <a:tblPr bandRow="1">
                <a:tableStyleId>{5C22544A-7EE6-4342-B048-85BDC9FD1C3A}</a:tableStyleId>
              </a:tblPr>
              <a:tblGrid>
                <a:gridCol w="2593374">
                  <a:extLst>
                    <a:ext uri="{9D8B030D-6E8A-4147-A177-3AD203B41FA5}">
                      <a16:colId xmlns:a16="http://schemas.microsoft.com/office/drawing/2014/main" val="3198648847"/>
                    </a:ext>
                  </a:extLst>
                </a:gridCol>
                <a:gridCol w="7922225">
                  <a:extLst>
                    <a:ext uri="{9D8B030D-6E8A-4147-A177-3AD203B41FA5}">
                      <a16:colId xmlns:a16="http://schemas.microsoft.com/office/drawing/2014/main" val="4026473098"/>
                    </a:ext>
                  </a:extLst>
                </a:gridCol>
              </a:tblGrid>
              <a:tr h="296333">
                <a:tc>
                  <a:txBody>
                    <a:bodyPr/>
                    <a:lstStyle/>
                    <a:p>
                      <a:pPr algn="l" rtl="0" fontAlgn="base">
                        <a:lnSpc>
                          <a:spcPts val="1482"/>
                        </a:lnSpc>
                        <a:spcBef>
                          <a:spcPts val="600"/>
                        </a:spcBef>
                        <a:buNone/>
                      </a:pPr>
                      <a:r>
                        <a:rPr lang="en-US" sz="1100" b="1" i="0" u="none" strike="noStrike">
                          <a:solidFill>
                            <a:srgbClr val="000000"/>
                          </a:solidFill>
                          <a:effectLst/>
                          <a:latin typeface="Aptos" panose="020B0004020202020204" pitchFamily="34" charset="0"/>
                        </a:rPr>
                        <a:t>Project Name:</a:t>
                      </a:r>
                      <a:r>
                        <a:rPr lang="en-US" sz="1100" b="0" i="0">
                          <a:solidFill>
                            <a:srgbClr val="000000"/>
                          </a:solidFill>
                          <a:effectLst/>
                          <a:latin typeface="Aptos" panose="020B0004020202020204" pitchFamily="34" charset="0"/>
                        </a:rPr>
                        <a: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l" rtl="0" fontAlgn="base">
                        <a:lnSpc>
                          <a:spcPts val="1482"/>
                        </a:lnSpc>
                        <a:spcBef>
                          <a:spcPts val="600"/>
                        </a:spcBef>
                        <a:buNone/>
                      </a:pPr>
                      <a:r>
                        <a:rPr lang="en-US" sz="1100" b="0" i="0" u="none" strike="noStrike">
                          <a:solidFill>
                            <a:srgbClr val="000000"/>
                          </a:solidFill>
                          <a:effectLst/>
                          <a:latin typeface="Aptos" panose="020B0004020202020204" pitchFamily="34" charset="0"/>
                        </a:rPr>
                        <a:t>Machine Learning Model for Credit Card Fraud Detection</a:t>
                      </a:r>
                      <a:r>
                        <a:rPr lang="en-US" sz="1100" b="0" i="0">
                          <a:solidFill>
                            <a:srgbClr val="000000"/>
                          </a:solidFill>
                          <a:effectLst/>
                          <a:latin typeface="Aptos" panose="020B0004020202020204" pitchFamily="34" charset="0"/>
                        </a:rPr>
                        <a: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7296708"/>
                  </a:ext>
                </a:extLst>
              </a:tr>
              <a:tr h="190500">
                <a:tc>
                  <a:txBody>
                    <a:bodyPr/>
                    <a:lstStyle/>
                    <a:p>
                      <a:pPr algn="l" rtl="0" fontAlgn="base">
                        <a:lnSpc>
                          <a:spcPts val="1482"/>
                        </a:lnSpc>
                        <a:spcBef>
                          <a:spcPts val="600"/>
                        </a:spcBef>
                        <a:buNone/>
                      </a:pPr>
                      <a:r>
                        <a:rPr lang="en-US" sz="1100" b="1" i="0" u="none" strike="noStrike">
                          <a:solidFill>
                            <a:srgbClr val="000000"/>
                          </a:solidFill>
                          <a:effectLst/>
                          <a:latin typeface="Aptos" panose="020B0004020202020204" pitchFamily="34" charset="0"/>
                        </a:rPr>
                        <a:t>Team:</a:t>
                      </a:r>
                      <a:r>
                        <a:rPr lang="en-US" sz="1100" b="0" i="0">
                          <a:solidFill>
                            <a:srgbClr val="000000"/>
                          </a:solidFill>
                          <a:effectLst/>
                          <a:latin typeface="Aptos" panose="020B0004020202020204" pitchFamily="34" charset="0"/>
                        </a:rPr>
                        <a: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l" rtl="0" fontAlgn="base">
                        <a:lnSpc>
                          <a:spcPts val="1482"/>
                        </a:lnSpc>
                        <a:spcBef>
                          <a:spcPts val="600"/>
                        </a:spcBef>
                        <a:buNone/>
                      </a:pPr>
                      <a:r>
                        <a:rPr lang="en-US" sz="1100" b="0" i="0" u="none" strike="noStrike">
                          <a:solidFill>
                            <a:srgbClr val="000000"/>
                          </a:solidFill>
                          <a:effectLst/>
                          <a:latin typeface="Aptos" panose="020B0004020202020204" pitchFamily="34" charset="0"/>
                        </a:rPr>
                        <a:t>IT Architects</a:t>
                      </a:r>
                      <a:r>
                        <a:rPr lang="en-US" sz="1100" b="0" i="0">
                          <a:solidFill>
                            <a:srgbClr val="000000"/>
                          </a:solidFill>
                          <a:effectLst/>
                          <a:latin typeface="Aptos" panose="020B0004020202020204" pitchFamily="34" charset="0"/>
                        </a:rPr>
                        <a: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28009901"/>
                  </a:ext>
                </a:extLst>
              </a:tr>
              <a:tr h="190500">
                <a:tc>
                  <a:txBody>
                    <a:bodyPr/>
                    <a:lstStyle/>
                    <a:p>
                      <a:pPr algn="l" rtl="0" fontAlgn="base">
                        <a:lnSpc>
                          <a:spcPts val="1482"/>
                        </a:lnSpc>
                        <a:spcBef>
                          <a:spcPts val="600"/>
                        </a:spcBef>
                        <a:buNone/>
                      </a:pPr>
                      <a:r>
                        <a:rPr lang="en-US" sz="1100" b="1" i="0" u="none" strike="noStrike">
                          <a:solidFill>
                            <a:srgbClr val="000000"/>
                          </a:solidFill>
                          <a:effectLst/>
                          <a:latin typeface="Aptos" panose="020B0004020202020204" pitchFamily="34" charset="0"/>
                        </a:rPr>
                        <a:t>Project Description:</a:t>
                      </a:r>
                      <a:r>
                        <a:rPr lang="en-US" sz="1100" b="0" i="0">
                          <a:solidFill>
                            <a:srgbClr val="000000"/>
                          </a:solidFill>
                          <a:effectLst/>
                          <a:latin typeface="Aptos" panose="020B0004020202020204" pitchFamily="34" charset="0"/>
                        </a:rPr>
                        <a:t> </a:t>
                      </a:r>
                      <a:endParaRPr lang="en-US" b="0" i="0">
                        <a:effectLst/>
                      </a:endParaRPr>
                    </a:p>
                    <a:p>
                      <a:pPr algn="l" rtl="0" fontAlgn="base">
                        <a:lnSpc>
                          <a:spcPts val="1569"/>
                        </a:lnSpc>
                        <a:buNone/>
                      </a:pPr>
                      <a:r>
                        <a:rPr lang="en-US" sz="1200" b="0" i="0">
                          <a:effectLst/>
                          <a:latin typeface="Aptos" panose="020B0004020202020204" pitchFamily="34" charset="0"/>
                        </a:rPr>
                        <a: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l" rtl="0" fontAlgn="base">
                        <a:lnSpc>
                          <a:spcPts val="1482"/>
                        </a:lnSpc>
                        <a:spcBef>
                          <a:spcPts val="600"/>
                        </a:spcBef>
                        <a:buNone/>
                      </a:pPr>
                      <a:r>
                        <a:rPr lang="en-US" sz="1100" b="0" i="0" u="none" strike="noStrike">
                          <a:solidFill>
                            <a:srgbClr val="000000"/>
                          </a:solidFill>
                          <a:effectLst/>
                          <a:latin typeface="Aptos" panose="020B0004020202020204" pitchFamily="34" charset="0"/>
                        </a:rPr>
                        <a:t>Current deterrents include rule-based fraud detection techniques, whereas our goal is to implement an AI-powered fraud-detection service that catches up to 80% of fraud attempts in real time while cutting false positives by 30%, so issuers lose less money and cardholders enjoy seamless, secure spending.</a:t>
                      </a:r>
                      <a:r>
                        <a:rPr lang="en-US" sz="1100" b="0" i="0">
                          <a:solidFill>
                            <a:srgbClr val="000000"/>
                          </a:solidFill>
                          <a:effectLst/>
                          <a:latin typeface="Aptos" panose="020B0004020202020204" pitchFamily="34" charset="0"/>
                        </a:rPr>
                        <a:t> </a:t>
                      </a:r>
                      <a:endParaRPr lang="en-US" b="0" i="0">
                        <a:effectLst/>
                      </a:endParaRPr>
                    </a:p>
                    <a:p>
                      <a:pPr algn="l" rtl="0" fontAlgn="base">
                        <a:lnSpc>
                          <a:spcPts val="1482"/>
                        </a:lnSpc>
                        <a:spcBef>
                          <a:spcPts val="600"/>
                        </a:spcBef>
                        <a:buNone/>
                      </a:pPr>
                      <a:r>
                        <a:rPr lang="en-US" sz="1100" b="0" i="0" u="none" strike="noStrike">
                          <a:solidFill>
                            <a:srgbClr val="000000"/>
                          </a:solidFill>
                          <a:effectLst/>
                          <a:latin typeface="Aptos" panose="020B0004020202020204" pitchFamily="34" charset="0"/>
                        </a:rPr>
                        <a:t>This project aims to deliver an advanced machine-learning classifier for credit-card fraud detection, designed for issuers and cardholders frustrated by today’s rule-based systems and high false-alarm rates. Leveraging SMOTE to rebalance data and XGBoost for precision, we’ll identify fraudulent transactions before funds leave the account, reduce false positives on legitimate purchases, and trigger real-time alerts that let cardholders act immediately. Our mission is to replace rigid, hand-tuned rules with a data-driven model that adapts to evolving fraud patterns by minimizing losses, preserving reputations, and restoring trust in digital payments. </a:t>
                      </a:r>
                      <a:r>
                        <a:rPr lang="en-US" sz="1100" b="0" i="0">
                          <a:solidFill>
                            <a:srgbClr val="000000"/>
                          </a:solidFill>
                          <a:effectLst/>
                          <a:latin typeface="Aptos" panose="020B0004020202020204" pitchFamily="34" charset="0"/>
                        </a:rPr>
                        <a: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89606706"/>
                  </a:ext>
                </a:extLst>
              </a:tr>
              <a:tr h="0">
                <a:tc gridSpan="2">
                  <a:txBody>
                    <a:bodyPr/>
                    <a:lstStyle/>
                    <a:p>
                      <a:pPr algn="l" rtl="0" fontAlgn="base">
                        <a:lnSpc>
                          <a:spcPts val="1569"/>
                        </a:lnSpc>
                        <a:buNone/>
                      </a:pPr>
                      <a:r>
                        <a:rPr lang="en-US" sz="1200" b="0" i="0">
                          <a:solidFill>
                            <a:srgbClr val="FFFFFF"/>
                          </a:solidFill>
                          <a:effectLst/>
                          <a:latin typeface="Aptos" panose="020B0004020202020204" pitchFamily="34" charset="0"/>
                        </a:rPr>
                        <a:t> </a:t>
                      </a: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472C4"/>
                    </a:solidFill>
                  </a:tcPr>
                </a:tc>
                <a:tc hMerge="1">
                  <a:txBody>
                    <a:bodyPr/>
                    <a:lstStyle/>
                    <a:p>
                      <a:endParaRPr lang="en-US"/>
                    </a:p>
                  </a:txBody>
                  <a:tcPr/>
                </a:tc>
                <a:extLst>
                  <a:ext uri="{0D108BD9-81ED-4DB2-BD59-A6C34878D82A}">
                    <a16:rowId xmlns:a16="http://schemas.microsoft.com/office/drawing/2014/main" val="1733731560"/>
                  </a:ext>
                </a:extLst>
              </a:tr>
              <a:tr h="476250">
                <a:tc>
                  <a:txBody>
                    <a:bodyPr/>
                    <a:lstStyle/>
                    <a:p>
                      <a:pPr algn="l" rtl="0" fontAlgn="base">
                        <a:lnSpc>
                          <a:spcPts val="1482"/>
                        </a:lnSpc>
                        <a:spcBef>
                          <a:spcPts val="600"/>
                        </a:spcBef>
                        <a:buNone/>
                      </a:pPr>
                      <a:r>
                        <a:rPr lang="en-US" sz="1100" b="1" i="0" u="none" strike="noStrike">
                          <a:solidFill>
                            <a:srgbClr val="000000"/>
                          </a:solidFill>
                          <a:effectLst/>
                          <a:latin typeface="Aptos" panose="020B0004020202020204" pitchFamily="34" charset="0"/>
                        </a:rPr>
                        <a:t>Benefit Outcomes:</a:t>
                      </a:r>
                      <a:r>
                        <a:rPr lang="en-US" sz="1100" b="0" i="0">
                          <a:solidFill>
                            <a:srgbClr val="000000"/>
                          </a:solidFill>
                          <a:effectLst/>
                          <a:latin typeface="Aptos" panose="020B0004020202020204" pitchFamily="34" charset="0"/>
                        </a:rPr>
                        <a: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l" rtl="0" fontAlgn="base">
                        <a:lnSpc>
                          <a:spcPts val="1569"/>
                        </a:lnSpc>
                        <a:buNone/>
                      </a:pPr>
                      <a:r>
                        <a:rPr lang="en-US" sz="1200" b="0" i="0">
                          <a:effectLst/>
                          <a:latin typeface="Aptos" panose="020B0004020202020204" pitchFamily="34" charset="0"/>
                        </a:rPr>
                        <a:t>Credit Card companies can expect a reduction in false alarms, monetary losses, and damage to their reputation. </a:t>
                      </a:r>
                      <a:endParaRPr lang="en-US" b="0" i="0">
                        <a:effectLst/>
                      </a:endParaRPr>
                    </a:p>
                    <a:p>
                      <a:pPr algn="l" rtl="0" fontAlgn="base">
                        <a:lnSpc>
                          <a:spcPts val="1569"/>
                        </a:lnSpc>
                        <a:buNone/>
                      </a:pPr>
                      <a:r>
                        <a:rPr lang="en-US" sz="1200" b="0" i="0">
                          <a:effectLst/>
                          <a:latin typeface="Aptos" panose="020B0004020202020204" pitchFamily="34" charset="0"/>
                        </a:rPr>
                        <a:t> </a:t>
                      </a:r>
                      <a:endParaRPr lang="en-US" b="0" i="0">
                        <a:effectLst/>
                      </a:endParaRPr>
                    </a:p>
                    <a:p>
                      <a:pPr algn="l" rtl="0" fontAlgn="base">
                        <a:lnSpc>
                          <a:spcPts val="1569"/>
                        </a:lnSpc>
                        <a:buNone/>
                      </a:pPr>
                      <a:r>
                        <a:rPr lang="en-US" sz="1200" b="0" i="0">
                          <a:effectLst/>
                          <a:latin typeface="Aptos" panose="020B0004020202020204" pitchFamily="34" charset="0"/>
                        </a:rPr>
                        <a:t>Credit Card holders can expect a reduction in unauthorized charges, fewer declined legitimate transactions, and greater peace of mind when using their cards as well as an increase in user satisfaction and engagement.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8285064"/>
                  </a:ext>
                </a:extLst>
              </a:tr>
              <a:tr h="476250">
                <a:tc>
                  <a:txBody>
                    <a:bodyPr/>
                    <a:lstStyle/>
                    <a:p>
                      <a:pPr algn="l" rtl="0" fontAlgn="base">
                        <a:lnSpc>
                          <a:spcPts val="1482"/>
                        </a:lnSpc>
                        <a:spcBef>
                          <a:spcPts val="600"/>
                        </a:spcBef>
                        <a:buNone/>
                      </a:pPr>
                      <a:r>
                        <a:rPr lang="en-US" sz="1100" b="1" i="0" u="none" strike="noStrike">
                          <a:solidFill>
                            <a:srgbClr val="000000"/>
                          </a:solidFill>
                          <a:effectLst/>
                          <a:latin typeface="Aptos" panose="020B0004020202020204" pitchFamily="34" charset="0"/>
                        </a:rPr>
                        <a:t>Github Link:</a:t>
                      </a:r>
                      <a:r>
                        <a:rPr lang="en-US" sz="1100" b="0" i="0">
                          <a:solidFill>
                            <a:srgbClr val="000000"/>
                          </a:solidFill>
                          <a:effectLst/>
                          <a:latin typeface="Aptos" panose="020B0004020202020204" pitchFamily="34" charset="0"/>
                        </a:rPr>
                        <a:t> </a:t>
                      </a:r>
                      <a:endParaRPr lang="en-US"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lvl="0" algn="l">
                        <a:lnSpc>
                          <a:spcPts val="1482"/>
                        </a:lnSpc>
                        <a:spcBef>
                          <a:spcPts val="600"/>
                        </a:spcBef>
                        <a:buNone/>
                      </a:pPr>
                      <a:r>
                        <a:rPr lang="en-US" sz="1100" b="0" i="0" u="none" strike="noStrike" noProof="0">
                          <a:solidFill>
                            <a:srgbClr val="000000"/>
                          </a:solidFill>
                          <a:effectLst/>
                        </a:rPr>
                        <a:t>https://github.com/htmw/F2025-Team1/wiki</a:t>
                      </a:r>
                      <a:endParaRPr lang="en-US"/>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7245106"/>
                  </a:ext>
                </a:extLst>
              </a:tr>
            </a:tbl>
          </a:graphicData>
        </a:graphic>
      </p:graphicFrame>
    </p:spTree>
    <p:extLst>
      <p:ext uri="{BB962C8B-B14F-4D97-AF65-F5344CB8AC3E}">
        <p14:creationId xmlns:p14="http://schemas.microsoft.com/office/powerpoint/2010/main" val="2282307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530C3-94B6-62A3-870A-CB6BAA157C4B}"/>
              </a:ext>
            </a:extLst>
          </p:cNvPr>
          <p:cNvSpPr>
            <a:spLocks noGrp="1"/>
          </p:cNvSpPr>
          <p:nvPr>
            <p:ph type="title"/>
          </p:nvPr>
        </p:nvSpPr>
        <p:spPr>
          <a:xfrm>
            <a:off x="2231136" y="46692"/>
            <a:ext cx="7729728" cy="1188720"/>
          </a:xfrm>
        </p:spPr>
        <p:txBody>
          <a:bodyPr>
            <a:noAutofit/>
          </a:bodyPr>
          <a:lstStyle/>
          <a:p>
            <a:r>
              <a:rPr lang="en-US" sz="3600" b="1"/>
              <a:t>Persona 1:  Sarah Miller</a:t>
            </a:r>
          </a:p>
        </p:txBody>
      </p:sp>
      <p:sp>
        <p:nvSpPr>
          <p:cNvPr id="3" name="Content Placeholder 2">
            <a:extLst>
              <a:ext uri="{FF2B5EF4-FFF2-40B4-BE49-F238E27FC236}">
                <a16:creationId xmlns:a16="http://schemas.microsoft.com/office/drawing/2014/main" id="{E157DE1A-E331-CF9F-05FD-12464F0DC0E0}"/>
              </a:ext>
            </a:extLst>
          </p:cNvPr>
          <p:cNvSpPr>
            <a:spLocks noGrp="1"/>
          </p:cNvSpPr>
          <p:nvPr>
            <p:ph idx="1"/>
          </p:nvPr>
        </p:nvSpPr>
        <p:spPr>
          <a:xfrm>
            <a:off x="838200" y="1235610"/>
            <a:ext cx="10515600" cy="4962942"/>
          </a:xfrm>
        </p:spPr>
        <p:txBody>
          <a:bodyPr vert="horz" lIns="91440" tIns="45720" rIns="91440" bIns="45720" rtlCol="0" anchor="t">
            <a:noAutofit/>
          </a:bodyPr>
          <a:lstStyle/>
          <a:p>
            <a:r>
              <a:rPr lang="en-US" sz="1200">
                <a:ea typeface="+mn-lt"/>
                <a:cs typeface="+mn-lt"/>
              </a:rPr>
              <a:t>Age: 28</a:t>
            </a:r>
            <a:endParaRPr lang="en-US" sz="1200"/>
          </a:p>
          <a:p>
            <a:r>
              <a:rPr lang="en-US" sz="1200">
                <a:ea typeface="+mn-lt"/>
                <a:cs typeface="+mn-lt"/>
              </a:rPr>
              <a:t>Occupation: Graphic Designer</a:t>
            </a:r>
            <a:endParaRPr lang="en-US" sz="1200"/>
          </a:p>
          <a:p>
            <a:r>
              <a:rPr lang="en-US" sz="1200">
                <a:ea typeface="+mn-lt"/>
                <a:cs typeface="+mn-lt"/>
              </a:rPr>
              <a:t>Sarah is an avid online shopper who loves finding unique items from small businesses. She uses her credit card for most of her purchases, appreciating the convenience and rewards. She's tech-savvy and expects seamless digital experiences. Recently, her card details were stolen from a third-party website, leading to several unauthorized small purchases. The process of getting a new card and updating her payment information on various subscriptions was a significant hassle and made her wary of future online transactions. She's looking for reassurance and security in her digital financial interactions.</a:t>
            </a:r>
            <a:endParaRPr lang="en-US" sz="1200"/>
          </a:p>
          <a:p>
            <a:r>
              <a:rPr lang="en-US" sz="1200">
                <a:ea typeface="+mn-lt"/>
                <a:cs typeface="+mn-lt"/>
              </a:rPr>
              <a:t>Goals:</a:t>
            </a:r>
            <a:endParaRPr lang="en-US" sz="1200"/>
          </a:p>
          <a:p>
            <a:pPr lvl="1">
              <a:buFont typeface="Courier New" panose="020B0604020202020204" pitchFamily="34" charset="0"/>
              <a:buChar char="o"/>
            </a:pPr>
            <a:r>
              <a:rPr lang="en-US" sz="1200">
                <a:ea typeface="+mn-lt"/>
                <a:cs typeface="+mn-lt"/>
              </a:rPr>
              <a:t>Wants to shop online without constant worry about card fraud.</a:t>
            </a:r>
            <a:endParaRPr lang="en-US" sz="1200"/>
          </a:p>
          <a:p>
            <a:pPr lvl="1">
              <a:buFont typeface="Courier New" panose="020B0604020202020204" pitchFamily="34" charset="0"/>
              <a:buChar char="o"/>
            </a:pPr>
            <a:r>
              <a:rPr lang="en-US" sz="1200">
                <a:ea typeface="+mn-lt"/>
                <a:cs typeface="+mn-lt"/>
              </a:rPr>
              <a:t>Needs quick and clear notifications for any suspicious activity on her accounts.</a:t>
            </a:r>
            <a:endParaRPr lang="en-US" sz="1200"/>
          </a:p>
          <a:p>
            <a:pPr lvl="1">
              <a:buFont typeface="Courier New" panose="020B0604020202020204" pitchFamily="34" charset="0"/>
              <a:buChar char="o"/>
            </a:pPr>
            <a:r>
              <a:rPr lang="en-US" sz="1200">
                <a:ea typeface="+mn-lt"/>
                <a:cs typeface="+mn-lt"/>
              </a:rPr>
              <a:t>Hopes for an easy way to verify transactions or freeze her card directly from her phone if needed.</a:t>
            </a:r>
            <a:endParaRPr lang="en-US" sz="1200"/>
          </a:p>
          <a:p>
            <a:r>
              <a:rPr lang="en-US" sz="1200">
                <a:ea typeface="+mn-lt"/>
                <a:cs typeface="+mn-lt"/>
              </a:rPr>
              <a:t>Frustrations:</a:t>
            </a:r>
            <a:endParaRPr lang="en-US" sz="1200"/>
          </a:p>
          <a:p>
            <a:pPr lvl="1">
              <a:buFont typeface="Courier New" panose="020B0604020202020204" pitchFamily="34" charset="0"/>
              <a:buChar char="o"/>
            </a:pPr>
            <a:r>
              <a:rPr lang="en-US" sz="1200">
                <a:ea typeface="+mn-lt"/>
                <a:cs typeface="+mn-lt"/>
              </a:rPr>
              <a:t>The time and effort involved in cancelling cards and updating payment details after fraud.</a:t>
            </a:r>
            <a:endParaRPr lang="en-US" sz="1200"/>
          </a:p>
          <a:p>
            <a:pPr lvl="1">
              <a:buFont typeface="Courier New" panose="020B0604020202020204" pitchFamily="34" charset="0"/>
              <a:buChar char="o"/>
            </a:pPr>
            <a:r>
              <a:rPr lang="en-US" sz="1200">
                <a:ea typeface="+mn-lt"/>
                <a:cs typeface="+mn-lt"/>
              </a:rPr>
              <a:t>Feeling vulnerable and exposed when her financial information is compromised.</a:t>
            </a:r>
            <a:endParaRPr lang="en-US" sz="1200"/>
          </a:p>
          <a:p>
            <a:pPr lvl="1">
              <a:buFont typeface="Courier New" panose="020B0604020202020204" pitchFamily="34" charset="0"/>
              <a:buChar char="o"/>
            </a:pPr>
            <a:r>
              <a:rPr lang="en-US" sz="1200">
                <a:ea typeface="+mn-lt"/>
                <a:cs typeface="+mn-lt"/>
              </a:rPr>
              <a:t>Receiving generic, unhelpful alerts that don't provide clear next steps.</a:t>
            </a:r>
            <a:endParaRPr lang="en-US" sz="1200"/>
          </a:p>
          <a:p>
            <a:r>
              <a:rPr lang="en-US" sz="1200">
                <a:ea typeface="+mn-lt"/>
                <a:cs typeface="+mn-lt"/>
              </a:rPr>
              <a:t>Needs from the Solution:</a:t>
            </a:r>
            <a:endParaRPr lang="en-US" sz="1200"/>
          </a:p>
          <a:p>
            <a:pPr lvl="1">
              <a:buFont typeface="Courier New" panose="020B0604020202020204" pitchFamily="34" charset="0"/>
              <a:buChar char="o"/>
            </a:pPr>
            <a:r>
              <a:rPr lang="en-US" sz="1200">
                <a:ea typeface="+mn-lt"/>
                <a:cs typeface="+mn-lt"/>
              </a:rPr>
              <a:t>Real-time alerts that are easy to understand and act upon.</a:t>
            </a:r>
            <a:endParaRPr lang="en-US" sz="1200"/>
          </a:p>
          <a:p>
            <a:pPr lvl="1">
              <a:buFont typeface="Courier New" panose="020B0604020202020204" pitchFamily="34" charset="0"/>
              <a:buChar char="o"/>
            </a:pPr>
            <a:r>
              <a:rPr lang="en-US" sz="1200">
                <a:ea typeface="+mn-lt"/>
                <a:cs typeface="+mn-lt"/>
              </a:rPr>
              <a:t>An intuitive mobile interface that allows her to quickly approve or deny a transaction and temporarily lock her card.</a:t>
            </a:r>
            <a:endParaRPr lang="en-US" sz="1200"/>
          </a:p>
          <a:p>
            <a:pPr lvl="1">
              <a:buFont typeface="Courier New" panose="020B0604020202020204" pitchFamily="34" charset="0"/>
              <a:buChar char="o"/>
            </a:pPr>
            <a:r>
              <a:rPr lang="en-US" sz="1200">
                <a:ea typeface="+mn-lt"/>
                <a:cs typeface="+mn-lt"/>
              </a:rPr>
              <a:t>Minimal false positives on her legitimate purchases so she doesn't lose trust in the system.</a:t>
            </a:r>
            <a:endParaRPr lang="en-US" sz="1200"/>
          </a:p>
          <a:p>
            <a:endParaRPr lang="en-US" sz="1200"/>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90BF81B9-3702-071E-027A-6680333ABE28}"/>
                  </a:ext>
                </a:extLst>
              </p14:cNvPr>
              <p14:cNvContentPartPr/>
              <p14:nvPr/>
            </p14:nvContentPartPr>
            <p14:xfrm>
              <a:off x="1412968" y="2409998"/>
              <a:ext cx="28653" cy="20163"/>
            </p14:xfrm>
          </p:contentPart>
        </mc:Choice>
        <mc:Fallback>
          <p:pic>
            <p:nvPicPr>
              <p:cNvPr id="5" name="Ink 4">
                <a:extLst>
                  <a:ext uri="{FF2B5EF4-FFF2-40B4-BE49-F238E27FC236}">
                    <a16:creationId xmlns:a16="http://schemas.microsoft.com/office/drawing/2014/main" id="{90BF81B9-3702-071E-027A-6680333ABE28}"/>
                  </a:ext>
                </a:extLst>
              </p:cNvPr>
              <p:cNvPicPr/>
              <p:nvPr/>
            </p:nvPicPr>
            <p:blipFill>
              <a:blip r:embed="rId3"/>
              <a:stretch>
                <a:fillRect/>
              </a:stretch>
            </p:blipFill>
            <p:spPr>
              <a:xfrm>
                <a:off x="1395281" y="2392311"/>
                <a:ext cx="63673" cy="55183"/>
              </a:xfrm>
              <a:prstGeom prst="rect">
                <a:avLst/>
              </a:prstGeom>
            </p:spPr>
          </p:pic>
        </mc:Fallback>
      </mc:AlternateContent>
    </p:spTree>
    <p:extLst>
      <p:ext uri="{BB962C8B-B14F-4D97-AF65-F5344CB8AC3E}">
        <p14:creationId xmlns:p14="http://schemas.microsoft.com/office/powerpoint/2010/main" val="2058309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FB416-799C-0977-9F69-43CEAF07A3DA}"/>
              </a:ext>
            </a:extLst>
          </p:cNvPr>
          <p:cNvSpPr>
            <a:spLocks noGrp="1"/>
          </p:cNvSpPr>
          <p:nvPr>
            <p:ph type="title"/>
          </p:nvPr>
        </p:nvSpPr>
        <p:spPr>
          <a:xfrm>
            <a:off x="2231136" y="102575"/>
            <a:ext cx="7729728" cy="1188720"/>
          </a:xfrm>
        </p:spPr>
        <p:txBody>
          <a:bodyPr>
            <a:normAutofit/>
          </a:bodyPr>
          <a:lstStyle/>
          <a:p>
            <a:r>
              <a:rPr lang="en-US" sz="3600" b="1"/>
              <a:t>Persona 2: </a:t>
            </a:r>
            <a:r>
              <a:rPr lang="en-US" sz="3600" b="1">
                <a:ea typeface="+mj-lt"/>
                <a:cs typeface="+mj-lt"/>
              </a:rPr>
              <a:t>Alex Chen</a:t>
            </a:r>
            <a:endParaRPr lang="en-US" sz="3600" b="1"/>
          </a:p>
        </p:txBody>
      </p:sp>
      <p:sp>
        <p:nvSpPr>
          <p:cNvPr id="3" name="Content Placeholder 2">
            <a:extLst>
              <a:ext uri="{FF2B5EF4-FFF2-40B4-BE49-F238E27FC236}">
                <a16:creationId xmlns:a16="http://schemas.microsoft.com/office/drawing/2014/main" id="{2BC2F329-86DE-7578-FD2E-682864D073E8}"/>
              </a:ext>
            </a:extLst>
          </p:cNvPr>
          <p:cNvSpPr>
            <a:spLocks noGrp="1"/>
          </p:cNvSpPr>
          <p:nvPr>
            <p:ph idx="1"/>
          </p:nvPr>
        </p:nvSpPr>
        <p:spPr>
          <a:xfrm>
            <a:off x="838200" y="1114123"/>
            <a:ext cx="10515600" cy="4812548"/>
          </a:xfrm>
        </p:spPr>
        <p:txBody>
          <a:bodyPr vert="horz" lIns="91440" tIns="45720" rIns="91440" bIns="45720" rtlCol="0" anchor="t">
            <a:noAutofit/>
          </a:bodyPr>
          <a:lstStyle/>
          <a:p>
            <a:pPr marL="0" indent="0">
              <a:buNone/>
            </a:pPr>
            <a:endParaRPr lang="en-US" sz="1200"/>
          </a:p>
          <a:p>
            <a:r>
              <a:rPr lang="en-US" sz="1200">
                <a:ea typeface="+mn-lt"/>
                <a:cs typeface="+mn-lt"/>
              </a:rPr>
              <a:t>Age: 32</a:t>
            </a:r>
            <a:endParaRPr lang="en-US" sz="1200"/>
          </a:p>
          <a:p>
            <a:r>
              <a:rPr lang="en-US" sz="1200">
                <a:ea typeface="+mn-lt"/>
                <a:cs typeface="+mn-lt"/>
              </a:rPr>
              <a:t>Occupation: Founder of "</a:t>
            </a:r>
            <a:r>
              <a:rPr lang="en-US" sz="1200" err="1">
                <a:ea typeface="+mn-lt"/>
                <a:cs typeface="+mn-lt"/>
              </a:rPr>
              <a:t>PetPals</a:t>
            </a:r>
            <a:r>
              <a:rPr lang="en-US" sz="1200">
                <a:ea typeface="+mn-lt"/>
                <a:cs typeface="+mn-lt"/>
              </a:rPr>
              <a:t> Boutique" | The E-commerce Startup Founder</a:t>
            </a:r>
          </a:p>
          <a:p>
            <a:r>
              <a:rPr lang="en-US" sz="1200">
                <a:ea typeface="+mn-lt"/>
                <a:cs typeface="+mn-lt"/>
              </a:rPr>
              <a:t>Alex recently launched "</a:t>
            </a:r>
            <a:r>
              <a:rPr lang="en-US" sz="1200" err="1">
                <a:ea typeface="+mn-lt"/>
                <a:cs typeface="+mn-lt"/>
              </a:rPr>
              <a:t>PetPals</a:t>
            </a:r>
            <a:r>
              <a:rPr lang="en-US" sz="1200">
                <a:ea typeface="+mn-lt"/>
                <a:cs typeface="+mn-lt"/>
              </a:rPr>
              <a:t> Boutique," an online store selling custom pet accessories. Business is booming, but he's starting to see a disturbing trend of chargebacks due to fraudulent orders. These chargebacks not only cost him money but also damage his store's reputation with payment processors. He's passionate about his business but has limited resources and can't afford a dedicated fraud team. He needs an automated, intelligent system that can protect his revenue and allow him to focus on growing </a:t>
            </a:r>
            <a:r>
              <a:rPr lang="en-US" sz="1200" err="1">
                <a:ea typeface="+mn-lt"/>
                <a:cs typeface="+mn-lt"/>
              </a:rPr>
              <a:t>PetPals</a:t>
            </a:r>
            <a:r>
              <a:rPr lang="en-US" sz="1200">
                <a:ea typeface="+mn-lt"/>
                <a:cs typeface="+mn-lt"/>
              </a:rPr>
              <a:t> Boutique, not fighting fraud.</a:t>
            </a:r>
            <a:endParaRPr lang="en-US" sz="1200"/>
          </a:p>
          <a:p>
            <a:r>
              <a:rPr lang="en-US" sz="1200">
                <a:ea typeface="+mn-lt"/>
                <a:cs typeface="+mn-lt"/>
              </a:rPr>
              <a:t>Goals:</a:t>
            </a:r>
            <a:endParaRPr lang="en-US" sz="1200"/>
          </a:p>
          <a:p>
            <a:pPr lvl="1">
              <a:buFont typeface="Courier New" panose="020B0604020202020204" pitchFamily="34" charset="0"/>
              <a:buChar char="o"/>
            </a:pPr>
            <a:r>
              <a:rPr lang="en-US" sz="1200">
                <a:ea typeface="+mn-lt"/>
                <a:cs typeface="+mn-lt"/>
              </a:rPr>
              <a:t>To minimize chargebacks and financial losses from fraudulent transactions.</a:t>
            </a:r>
            <a:endParaRPr lang="en-US" sz="1200"/>
          </a:p>
          <a:p>
            <a:pPr lvl="1">
              <a:buFont typeface="Courier New" panose="020B0604020202020204" pitchFamily="34" charset="0"/>
              <a:buChar char="o"/>
            </a:pPr>
            <a:r>
              <a:rPr lang="en-US" sz="1200">
                <a:ea typeface="+mn-lt"/>
                <a:cs typeface="+mn-lt"/>
              </a:rPr>
              <a:t>To protect his business's reputation with payment providers.</a:t>
            </a:r>
            <a:endParaRPr lang="en-US" sz="1200"/>
          </a:p>
          <a:p>
            <a:pPr lvl="1">
              <a:buFont typeface="Courier New" panose="020B0604020202020204" pitchFamily="34" charset="0"/>
              <a:buChar char="o"/>
            </a:pPr>
            <a:r>
              <a:rPr lang="en-US" sz="1200">
                <a:ea typeface="+mn-lt"/>
                <a:cs typeface="+mn-lt"/>
              </a:rPr>
              <a:t>To have a simple, affordable, and effective fraud detection solution that integrates easily with his e-commerce platform.</a:t>
            </a:r>
            <a:endParaRPr lang="en-US" sz="1200"/>
          </a:p>
          <a:p>
            <a:r>
              <a:rPr lang="en-US" sz="1200">
                <a:ea typeface="+mn-lt"/>
                <a:cs typeface="+mn-lt"/>
              </a:rPr>
              <a:t>Frustrations:</a:t>
            </a:r>
            <a:endParaRPr lang="en-US" sz="1200"/>
          </a:p>
          <a:p>
            <a:pPr lvl="1">
              <a:buFont typeface="Courier New" panose="020B0604020202020204" pitchFamily="34" charset="0"/>
              <a:buChar char="o"/>
            </a:pPr>
            <a:r>
              <a:rPr lang="en-US" sz="1200">
                <a:ea typeface="+mn-lt"/>
                <a:cs typeface="+mn-lt"/>
              </a:rPr>
              <a:t>The financial impact of fraudulent orders and chargeback fees.</a:t>
            </a:r>
            <a:endParaRPr lang="en-US" sz="1200"/>
          </a:p>
          <a:p>
            <a:pPr lvl="1">
              <a:buFont typeface="Courier New" panose="020B0604020202020204" pitchFamily="34" charset="0"/>
              <a:buChar char="o"/>
            </a:pPr>
            <a:r>
              <a:rPr lang="en-US" sz="1200">
                <a:ea typeface="+mn-lt"/>
                <a:cs typeface="+mn-lt"/>
              </a:rPr>
              <a:t>The time-consuming process of manually reviewing suspicious orders.</a:t>
            </a:r>
            <a:endParaRPr lang="en-US" sz="1200"/>
          </a:p>
          <a:p>
            <a:pPr lvl="1">
              <a:buFont typeface="Courier New" panose="020B0604020202020204" pitchFamily="34" charset="0"/>
              <a:buChar char="o"/>
            </a:pPr>
            <a:r>
              <a:rPr lang="en-US" sz="1200">
                <a:ea typeface="+mn-lt"/>
                <a:cs typeface="+mn-lt"/>
              </a:rPr>
              <a:t>Fear that his small business could be targeted by organized fraud rings, which he feels ill-equipped to handle.</a:t>
            </a:r>
            <a:endParaRPr lang="en-US" sz="1200"/>
          </a:p>
          <a:p>
            <a:r>
              <a:rPr lang="en-US" sz="1200">
                <a:ea typeface="+mn-lt"/>
                <a:cs typeface="+mn-lt"/>
              </a:rPr>
              <a:t>Needs from the Solution:</a:t>
            </a:r>
            <a:endParaRPr lang="en-US" sz="1200"/>
          </a:p>
          <a:p>
            <a:pPr lvl="1">
              <a:buFont typeface="Courier New" panose="020B0604020202020204" pitchFamily="34" charset="0"/>
              <a:buChar char="o"/>
            </a:pPr>
            <a:r>
              <a:rPr lang="en-US" sz="1200">
                <a:ea typeface="+mn-lt"/>
                <a:cs typeface="+mn-lt"/>
              </a:rPr>
              <a:t>An easy-to-integrate API that works seamlessly with his e-commerce platform.</a:t>
            </a:r>
            <a:endParaRPr lang="en-US" sz="1200"/>
          </a:p>
          <a:p>
            <a:pPr lvl="1">
              <a:buFont typeface="Courier New" panose="020B0604020202020204" pitchFamily="34" charset="0"/>
              <a:buChar char="o"/>
            </a:pPr>
            <a:r>
              <a:rPr lang="en-US" sz="1200">
                <a:ea typeface="+mn-lt"/>
                <a:cs typeface="+mn-lt"/>
              </a:rPr>
              <a:t>A dashboard that provides clear, actionable insights on potential fraud, without requiring a lot of technical expertise.</a:t>
            </a:r>
            <a:endParaRPr lang="en-US" sz="1200"/>
          </a:p>
          <a:p>
            <a:pPr lvl="1">
              <a:buFont typeface="Courier New" panose="020B0604020202020204" pitchFamily="34" charset="0"/>
              <a:buChar char="o"/>
            </a:pPr>
            <a:r>
              <a:rPr lang="en-US" sz="1200">
                <a:ea typeface="+mn-lt"/>
                <a:cs typeface="+mn-lt"/>
              </a:rPr>
              <a:t>Automated decision-making that blocks high-risk transactions instantly and allows low-risk ones to proceed without delay.</a:t>
            </a:r>
            <a:endParaRPr lang="en-US" sz="1200"/>
          </a:p>
        </p:txBody>
      </p:sp>
    </p:spTree>
    <p:extLst>
      <p:ext uri="{BB962C8B-B14F-4D97-AF65-F5344CB8AC3E}">
        <p14:creationId xmlns:p14="http://schemas.microsoft.com/office/powerpoint/2010/main" val="1810830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7697F-1D55-82C1-ED26-011357FFF7CA}"/>
              </a:ext>
            </a:extLst>
          </p:cNvPr>
          <p:cNvSpPr>
            <a:spLocks noGrp="1"/>
          </p:cNvSpPr>
          <p:nvPr>
            <p:ph type="title"/>
          </p:nvPr>
        </p:nvSpPr>
        <p:spPr>
          <a:xfrm>
            <a:off x="2231136" y="85889"/>
            <a:ext cx="7729728" cy="1188720"/>
          </a:xfrm>
        </p:spPr>
        <p:txBody>
          <a:bodyPr>
            <a:normAutofit fontScale="90000"/>
          </a:bodyPr>
          <a:lstStyle/>
          <a:p>
            <a:r>
              <a:rPr lang="en-US" sz="3600" b="1"/>
              <a:t>Persona 3: Marcus Johnson</a:t>
            </a:r>
          </a:p>
        </p:txBody>
      </p:sp>
      <p:sp>
        <p:nvSpPr>
          <p:cNvPr id="3" name="Content Placeholder 2">
            <a:extLst>
              <a:ext uri="{FF2B5EF4-FFF2-40B4-BE49-F238E27FC236}">
                <a16:creationId xmlns:a16="http://schemas.microsoft.com/office/drawing/2014/main" id="{CAF20422-9F28-AC4E-B8C4-02EB28819C85}"/>
              </a:ext>
            </a:extLst>
          </p:cNvPr>
          <p:cNvSpPr>
            <a:spLocks noGrp="1"/>
          </p:cNvSpPr>
          <p:nvPr>
            <p:ph idx="1"/>
          </p:nvPr>
        </p:nvSpPr>
        <p:spPr>
          <a:xfrm>
            <a:off x="838200" y="1113683"/>
            <a:ext cx="10515600" cy="4632074"/>
          </a:xfrm>
        </p:spPr>
        <p:txBody>
          <a:bodyPr vert="horz" lIns="91440" tIns="45720" rIns="91440" bIns="45720" rtlCol="0" anchor="t">
            <a:noAutofit/>
          </a:bodyPr>
          <a:lstStyle/>
          <a:p>
            <a:r>
              <a:rPr lang="en-US" sz="1200">
                <a:ea typeface="+mn-lt"/>
                <a:cs typeface="+mn-lt"/>
              </a:rPr>
              <a:t>Age: 49</a:t>
            </a:r>
            <a:endParaRPr lang="en-US" sz="1200"/>
          </a:p>
          <a:p>
            <a:r>
              <a:rPr lang="en-US" sz="1200">
                <a:ea typeface="+mn-lt"/>
                <a:cs typeface="+mn-lt"/>
              </a:rPr>
              <a:t>Occupation: Head of Fraud Prevention at "SecureBank" | The Bank Security Officer</a:t>
            </a:r>
            <a:endParaRPr lang="en-US" sz="1200"/>
          </a:p>
          <a:p>
            <a:r>
              <a:rPr lang="en-US" sz="1200">
                <a:ea typeface="+mn-lt"/>
                <a:cs typeface="+mn-lt"/>
              </a:rPr>
              <a:t>Marcus leads the fraud prevention department at a mid-sized bank. His team handles thousands of credit card transactions daily, constantly battling sophisticated fraud schemes. With new tactics emerging all the time, his biggest challenge is staying ahead of the criminals while ensuring legitimate customer transactions are processed smoothly. He's looking for a powerful, scalable solution that can integrate with their existing systems, reduce false positives, and provide actionable intelligence to his team. He needs to improve detection rates, reduce operational costs associated with fraud investigation, and enhance customer trust.</a:t>
            </a:r>
            <a:endParaRPr lang="en-US" sz="1200"/>
          </a:p>
          <a:p>
            <a:r>
              <a:rPr lang="en-US" sz="1200">
                <a:ea typeface="+mn-lt"/>
                <a:cs typeface="+mn-lt"/>
              </a:rPr>
              <a:t>Goals:</a:t>
            </a:r>
            <a:endParaRPr lang="en-US" sz="1200"/>
          </a:p>
          <a:p>
            <a:pPr lvl="1">
              <a:buFont typeface="Courier New" panose="020B0604020202020204" pitchFamily="34" charset="0"/>
              <a:buChar char="o"/>
            </a:pPr>
            <a:r>
              <a:rPr lang="en-US" sz="1200">
                <a:ea typeface="+mn-lt"/>
                <a:cs typeface="+mn-lt"/>
              </a:rPr>
              <a:t>To significantly reduce the bank's annual losses from credit card fraud.</a:t>
            </a:r>
            <a:endParaRPr lang="en-US" sz="1200"/>
          </a:p>
          <a:p>
            <a:pPr lvl="1">
              <a:buFont typeface="Courier New" panose="020B0604020202020204" pitchFamily="34" charset="0"/>
              <a:buChar char="o"/>
            </a:pPr>
            <a:r>
              <a:rPr lang="en-US" sz="1200">
                <a:ea typeface="+mn-lt"/>
                <a:cs typeface="+mn-lt"/>
              </a:rPr>
              <a:t>To decrease the rate of false positives, improving customer experience and reducing operational overhead.</a:t>
            </a:r>
            <a:endParaRPr lang="en-US" sz="1200"/>
          </a:p>
          <a:p>
            <a:pPr lvl="1">
              <a:buFont typeface="Courier New" panose="020B0604020202020204" pitchFamily="34" charset="0"/>
              <a:buChar char="o"/>
            </a:pPr>
            <a:r>
              <a:rPr lang="en-US" sz="1200">
                <a:ea typeface="+mn-lt"/>
                <a:cs typeface="+mn-lt"/>
              </a:rPr>
              <a:t>To implement a system that provides real-time, adaptive fraud detection capable of learning new patterns.</a:t>
            </a:r>
            <a:endParaRPr lang="en-US" sz="1200"/>
          </a:p>
          <a:p>
            <a:r>
              <a:rPr lang="en-US" sz="1200">
                <a:ea typeface="+mn-lt"/>
                <a:cs typeface="+mn-lt"/>
              </a:rPr>
              <a:t>Frustrations:</a:t>
            </a:r>
            <a:endParaRPr lang="en-US" sz="1200"/>
          </a:p>
          <a:p>
            <a:pPr lvl="1">
              <a:buFont typeface="Courier New" panose="020B0604020202020204" pitchFamily="34" charset="0"/>
              <a:buChar char="o"/>
            </a:pPr>
            <a:r>
              <a:rPr lang="en-US" sz="1200">
                <a:ea typeface="+mn-lt"/>
                <a:cs typeface="+mn-lt"/>
              </a:rPr>
              <a:t>The constant arms race with fraudsters and the difficulty of keeping up with evolving tactics.</a:t>
            </a:r>
            <a:endParaRPr lang="en-US" sz="1200"/>
          </a:p>
          <a:p>
            <a:pPr lvl="1">
              <a:buFont typeface="Courier New" panose="020B0604020202020204" pitchFamily="34" charset="0"/>
              <a:buChar char="o"/>
            </a:pPr>
            <a:r>
              <a:rPr lang="en-US" sz="1200">
                <a:ea typeface="+mn-lt"/>
                <a:cs typeface="+mn-lt"/>
              </a:rPr>
              <a:t>The pressure to maintain a high level of security without inconveniencing legitimate customers.</a:t>
            </a:r>
            <a:endParaRPr lang="en-US" sz="1200"/>
          </a:p>
          <a:p>
            <a:pPr lvl="1">
              <a:buFont typeface="Courier New" panose="020B0604020202020204" pitchFamily="34" charset="0"/>
              <a:buChar char="o"/>
            </a:pPr>
            <a:r>
              <a:rPr lang="en-US" sz="1200">
                <a:ea typeface="+mn-lt"/>
                <a:cs typeface="+mn-lt"/>
              </a:rPr>
              <a:t>The sheer volume of data and the challenge of sifting through it to find genuine fraud.</a:t>
            </a:r>
            <a:endParaRPr lang="en-US" sz="1200"/>
          </a:p>
          <a:p>
            <a:r>
              <a:rPr lang="en-US" sz="1200">
                <a:ea typeface="+mn-lt"/>
                <a:cs typeface="+mn-lt"/>
              </a:rPr>
              <a:t>Needs from the Solution:</a:t>
            </a:r>
            <a:endParaRPr lang="en-US" sz="1200"/>
          </a:p>
          <a:p>
            <a:pPr lvl="1">
              <a:buFont typeface="Courier New" panose="020B0604020202020204" pitchFamily="34" charset="0"/>
              <a:buChar char="o"/>
            </a:pPr>
            <a:r>
              <a:rPr lang="en-US" sz="1200">
                <a:ea typeface="+mn-lt"/>
                <a:cs typeface="+mn-lt"/>
              </a:rPr>
              <a:t>A highly scalable system that can process millions of transactions in real time.</a:t>
            </a:r>
            <a:endParaRPr lang="en-US" sz="1200"/>
          </a:p>
          <a:p>
            <a:pPr lvl="1">
              <a:buFont typeface="Courier New" panose="020B0604020202020204" pitchFamily="34" charset="0"/>
              <a:buChar char="o"/>
            </a:pPr>
            <a:r>
              <a:rPr lang="en-US" sz="1200">
                <a:ea typeface="+mn-lt"/>
                <a:cs typeface="+mn-lt"/>
              </a:rPr>
              <a:t>Advanced machine learning capabilities that can adapt to new fraud patterns and minimize false positives.</a:t>
            </a:r>
            <a:endParaRPr lang="en-US" sz="1200"/>
          </a:p>
          <a:p>
            <a:pPr lvl="1">
              <a:buFont typeface="Courier New" panose="020B0604020202020204" pitchFamily="34" charset="0"/>
              <a:buChar char="o"/>
            </a:pPr>
            <a:r>
              <a:rPr lang="en-US" sz="1200">
                <a:ea typeface="+mn-lt"/>
                <a:cs typeface="+mn-lt"/>
              </a:rPr>
              <a:t>Customizable rules and thresholds that allow his team to fine-tune the system's behavior.</a:t>
            </a:r>
            <a:endParaRPr lang="en-US" sz="1200"/>
          </a:p>
          <a:p>
            <a:endParaRPr lang="en-US" sz="1200"/>
          </a:p>
        </p:txBody>
      </p:sp>
    </p:spTree>
    <p:extLst>
      <p:ext uri="{BB962C8B-B14F-4D97-AF65-F5344CB8AC3E}">
        <p14:creationId xmlns:p14="http://schemas.microsoft.com/office/powerpoint/2010/main" val="3875264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68B2C-C232-46FD-52DA-EF4DEEF9AF3A}"/>
              </a:ext>
            </a:extLst>
          </p:cNvPr>
          <p:cNvSpPr>
            <a:spLocks noGrp="1"/>
          </p:cNvSpPr>
          <p:nvPr>
            <p:ph type="title"/>
          </p:nvPr>
        </p:nvSpPr>
        <p:spPr>
          <a:xfrm>
            <a:off x="2231136" y="2836692"/>
            <a:ext cx="7729728" cy="1188720"/>
          </a:xfrm>
        </p:spPr>
        <p:txBody>
          <a:bodyPr>
            <a:normAutofit/>
          </a:bodyPr>
          <a:lstStyle/>
          <a:p>
            <a:r>
              <a:rPr lang="en-US" sz="4000" b="1"/>
              <a:t>Product Prototype</a:t>
            </a:r>
          </a:p>
        </p:txBody>
      </p:sp>
    </p:spTree>
    <p:extLst>
      <p:ext uri="{BB962C8B-B14F-4D97-AF65-F5344CB8AC3E}">
        <p14:creationId xmlns:p14="http://schemas.microsoft.com/office/powerpoint/2010/main" val="2321378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430CA-7B74-EF30-54DA-FFD770200A56}"/>
              </a:ext>
            </a:extLst>
          </p:cNvPr>
          <p:cNvSpPr>
            <a:spLocks noGrp="1"/>
          </p:cNvSpPr>
          <p:nvPr>
            <p:ph type="title"/>
          </p:nvPr>
        </p:nvSpPr>
        <p:spPr>
          <a:xfrm>
            <a:off x="2231136" y="303452"/>
            <a:ext cx="7729728" cy="1188720"/>
          </a:xfrm>
        </p:spPr>
        <p:txBody>
          <a:bodyPr>
            <a:normAutofit fontScale="90000"/>
          </a:bodyPr>
          <a:lstStyle/>
          <a:p>
            <a:r>
              <a:rPr lang="en-US" sz="4000" b="1"/>
              <a:t>Technology and Tools</a:t>
            </a:r>
          </a:p>
        </p:txBody>
      </p:sp>
      <p:sp>
        <p:nvSpPr>
          <p:cNvPr id="3" name="Content Placeholder 2">
            <a:extLst>
              <a:ext uri="{FF2B5EF4-FFF2-40B4-BE49-F238E27FC236}">
                <a16:creationId xmlns:a16="http://schemas.microsoft.com/office/drawing/2014/main" id="{5F85B057-F5AA-339A-A7B1-EE69AF3C91C3}"/>
              </a:ext>
            </a:extLst>
          </p:cNvPr>
          <p:cNvSpPr>
            <a:spLocks noGrp="1"/>
          </p:cNvSpPr>
          <p:nvPr>
            <p:ph idx="1"/>
          </p:nvPr>
        </p:nvSpPr>
        <p:spPr>
          <a:xfrm>
            <a:off x="2231136" y="1869747"/>
            <a:ext cx="7729728" cy="4676362"/>
          </a:xfrm>
        </p:spPr>
        <p:txBody>
          <a:bodyPr vert="horz" lIns="91440" tIns="45720" rIns="91440" bIns="45720" rtlCol="0" anchor="t">
            <a:normAutofit fontScale="92500" lnSpcReduction="10000"/>
          </a:bodyPr>
          <a:lstStyle/>
          <a:p>
            <a:pPr>
              <a:lnSpc>
                <a:spcPct val="120000"/>
              </a:lnSpc>
            </a:pPr>
            <a:r>
              <a:rPr lang="en-US" sz="1400">
                <a:solidFill>
                  <a:srgbClr val="000000"/>
                </a:solidFill>
                <a:latin typeface="Gill Sans MT"/>
              </a:rPr>
              <a:t>Data Processing and Feature Engineering</a:t>
            </a:r>
          </a:p>
          <a:p>
            <a:pPr lvl="1">
              <a:lnSpc>
                <a:spcPct val="120000"/>
              </a:lnSpc>
              <a:spcBef>
                <a:spcPts val="500"/>
              </a:spcBef>
              <a:buFont typeface="Courier New,monospace" panose="020B0604020202020204" pitchFamily="34" charset="0"/>
              <a:buChar char="o"/>
            </a:pPr>
            <a:r>
              <a:rPr lang="en-US" sz="1400" b="1">
                <a:solidFill>
                  <a:srgbClr val="000000"/>
                </a:solidFill>
                <a:latin typeface="Gill Sans MT"/>
              </a:rPr>
              <a:t>Pandas / NumPy</a:t>
            </a:r>
            <a:r>
              <a:rPr lang="en-US" sz="1400">
                <a:solidFill>
                  <a:srgbClr val="000000"/>
                </a:solidFill>
                <a:latin typeface="Gill Sans MT"/>
              </a:rPr>
              <a:t> – Core tabular and numerical routines.</a:t>
            </a:r>
          </a:p>
          <a:p>
            <a:pPr lvl="1">
              <a:lnSpc>
                <a:spcPct val="120000"/>
              </a:lnSpc>
              <a:spcBef>
                <a:spcPts val="500"/>
              </a:spcBef>
              <a:buFont typeface="Courier New,monospace" panose="020B0604020202020204" pitchFamily="34" charset="0"/>
              <a:buChar char="o"/>
            </a:pPr>
            <a:r>
              <a:rPr lang="en-US" sz="1400" b="1">
                <a:solidFill>
                  <a:srgbClr val="000000"/>
                </a:solidFill>
                <a:latin typeface="Gill Sans MT"/>
              </a:rPr>
              <a:t>Dask</a:t>
            </a:r>
            <a:r>
              <a:rPr lang="en-US" sz="1400">
                <a:solidFill>
                  <a:srgbClr val="000000"/>
                </a:solidFill>
                <a:latin typeface="Gill Sans MT"/>
              </a:rPr>
              <a:t> – Scales Pandas workflows to larger‐than‐memory datasets with minimal code changes.</a:t>
            </a:r>
          </a:p>
          <a:p>
            <a:pPr lvl="1">
              <a:lnSpc>
                <a:spcPct val="120000"/>
              </a:lnSpc>
              <a:spcBef>
                <a:spcPts val="500"/>
              </a:spcBef>
              <a:buFont typeface="Courier New,monospace" panose="020B0604020202020204" pitchFamily="34" charset="0"/>
              <a:buChar char="o"/>
            </a:pPr>
            <a:r>
              <a:rPr lang="en-US" sz="1400" b="1">
                <a:solidFill>
                  <a:srgbClr val="000000"/>
                </a:solidFill>
                <a:latin typeface="Gill Sans MT"/>
              </a:rPr>
              <a:t>Imbalanced-learn</a:t>
            </a:r>
            <a:r>
              <a:rPr lang="en-US" sz="1400">
                <a:solidFill>
                  <a:srgbClr val="000000"/>
                </a:solidFill>
                <a:latin typeface="Gill Sans MT"/>
              </a:rPr>
              <a:t> – SMOTE, ADASYN, and other resampling techniques built atop scikit-learn APIs.</a:t>
            </a:r>
          </a:p>
          <a:p>
            <a:pPr>
              <a:lnSpc>
                <a:spcPct val="120000"/>
              </a:lnSpc>
            </a:pPr>
            <a:r>
              <a:rPr lang="en-US" sz="1400">
                <a:solidFill>
                  <a:srgbClr val="000000"/>
                </a:solidFill>
                <a:latin typeface="Gill Sans MT"/>
              </a:rPr>
              <a:t>Model Development and Experimentation</a:t>
            </a:r>
          </a:p>
          <a:p>
            <a:pPr lvl="1">
              <a:lnSpc>
                <a:spcPct val="120000"/>
              </a:lnSpc>
              <a:spcBef>
                <a:spcPts val="500"/>
              </a:spcBef>
              <a:buFont typeface="Courier New,monospace" panose="020B0604020202020204" pitchFamily="34" charset="0"/>
              <a:buChar char="o"/>
            </a:pPr>
            <a:r>
              <a:rPr lang="en-US" sz="1400" b="1">
                <a:solidFill>
                  <a:srgbClr val="000000"/>
                </a:solidFill>
                <a:latin typeface="Gill Sans MT"/>
              </a:rPr>
              <a:t>Scikit-learn</a:t>
            </a:r>
            <a:r>
              <a:rPr lang="en-US" sz="1400">
                <a:solidFill>
                  <a:srgbClr val="000000"/>
                </a:solidFill>
                <a:latin typeface="Gill Sans MT"/>
              </a:rPr>
              <a:t> – Standardized pipeline, preprocessing, and model‐selection tools.</a:t>
            </a:r>
          </a:p>
          <a:p>
            <a:pPr lvl="1">
              <a:lnSpc>
                <a:spcPct val="120000"/>
              </a:lnSpc>
              <a:spcBef>
                <a:spcPts val="500"/>
              </a:spcBef>
              <a:buFont typeface="Courier New,monospace" panose="020B0604020202020204" pitchFamily="34" charset="0"/>
              <a:buChar char="o"/>
            </a:pPr>
            <a:r>
              <a:rPr lang="en-US" sz="1400" b="1">
                <a:solidFill>
                  <a:srgbClr val="000000"/>
                </a:solidFill>
                <a:latin typeface="Gill Sans MT"/>
              </a:rPr>
              <a:t>XGBoost / LightGBM / CatBoost</a:t>
            </a:r>
            <a:r>
              <a:rPr lang="en-US" sz="1400">
                <a:solidFill>
                  <a:srgbClr val="000000"/>
                </a:solidFill>
                <a:latin typeface="Gill Sans MT"/>
              </a:rPr>
              <a:t> – Gradient boosting implementations with GPU support for speed and advancedclass‐imbalance handling.</a:t>
            </a:r>
          </a:p>
          <a:p>
            <a:pPr lvl="1">
              <a:lnSpc>
                <a:spcPct val="120000"/>
              </a:lnSpc>
              <a:spcBef>
                <a:spcPts val="500"/>
              </a:spcBef>
              <a:buFont typeface="Courier New,monospace" panose="020B0604020202020204" pitchFamily="34" charset="0"/>
              <a:buChar char="o"/>
            </a:pPr>
            <a:r>
              <a:rPr lang="en-US" sz="1400" b="1">
                <a:solidFill>
                  <a:srgbClr val="000000"/>
                </a:solidFill>
                <a:latin typeface="Gill Sans MT"/>
              </a:rPr>
              <a:t>Optuna / Hyperopt</a:t>
            </a:r>
            <a:r>
              <a:rPr lang="en-US" sz="1400">
                <a:solidFill>
                  <a:srgbClr val="000000"/>
                </a:solidFill>
                <a:latin typeface="Gill Sans MT"/>
              </a:rPr>
              <a:t> – Efficient hyperparameter optimization via Bayesian search or Tree-structured Parzen Estimator.</a:t>
            </a:r>
          </a:p>
          <a:p>
            <a:pPr lvl="1">
              <a:lnSpc>
                <a:spcPct val="120000"/>
              </a:lnSpc>
              <a:spcBef>
                <a:spcPts val="500"/>
              </a:spcBef>
              <a:buFont typeface="Courier New,monospace" panose="020B0604020202020204" pitchFamily="34" charset="0"/>
              <a:buChar char="o"/>
            </a:pPr>
            <a:r>
              <a:rPr lang="en-US" sz="1400" b="1">
                <a:solidFill>
                  <a:srgbClr val="000000"/>
                </a:solidFill>
                <a:latin typeface="Gill Sans MT"/>
              </a:rPr>
              <a:t>MLflow</a:t>
            </a:r>
            <a:r>
              <a:rPr lang="en-US" sz="1400">
                <a:solidFill>
                  <a:srgbClr val="000000"/>
                </a:solidFill>
                <a:latin typeface="Gill Sans MT"/>
              </a:rPr>
              <a:t> – Track experiments, log parameters/metrics, and register model versions in one place.</a:t>
            </a:r>
          </a:p>
          <a:p>
            <a:pPr>
              <a:lnSpc>
                <a:spcPct val="120000"/>
              </a:lnSpc>
            </a:pPr>
            <a:r>
              <a:rPr lang="en-US" sz="1400">
                <a:solidFill>
                  <a:srgbClr val="000000"/>
                </a:solidFill>
                <a:latin typeface="Gill Sans MT"/>
              </a:rPr>
              <a:t>Visualization and End-User Interface</a:t>
            </a:r>
          </a:p>
          <a:p>
            <a:pPr lvl="1">
              <a:lnSpc>
                <a:spcPct val="120000"/>
              </a:lnSpc>
              <a:spcBef>
                <a:spcPts val="500"/>
              </a:spcBef>
              <a:buFont typeface="Courier New,monospace" panose="020B0604020202020204" pitchFamily="34" charset="0"/>
              <a:buChar char="o"/>
            </a:pPr>
            <a:r>
              <a:rPr lang="en-US" sz="1400" b="1">
                <a:solidFill>
                  <a:srgbClr val="000000"/>
                </a:solidFill>
                <a:latin typeface="Gill Sans MT"/>
              </a:rPr>
              <a:t>Plotly / Dash</a:t>
            </a:r>
            <a:r>
              <a:rPr lang="en-US" sz="1400">
                <a:solidFill>
                  <a:srgbClr val="000000"/>
                </a:solidFill>
                <a:latin typeface="Gill Sans MT"/>
              </a:rPr>
              <a:t> – Interactive EDA dashboards you can hook up to live model inference.</a:t>
            </a:r>
          </a:p>
          <a:p>
            <a:pPr lvl="1">
              <a:lnSpc>
                <a:spcPct val="120000"/>
              </a:lnSpc>
              <a:spcBef>
                <a:spcPts val="500"/>
              </a:spcBef>
              <a:buFont typeface="Courier New,monospace" panose="020B0604020202020204" pitchFamily="34" charset="0"/>
              <a:buChar char="o"/>
            </a:pPr>
            <a:r>
              <a:rPr lang="en-US" sz="1400" b="1">
                <a:solidFill>
                  <a:srgbClr val="000000"/>
                </a:solidFill>
                <a:latin typeface="Gill Sans MT"/>
              </a:rPr>
              <a:t>Streamlit</a:t>
            </a:r>
            <a:r>
              <a:rPr lang="en-US" sz="1400">
                <a:solidFill>
                  <a:srgbClr val="000000"/>
                </a:solidFill>
                <a:latin typeface="Gill Sans MT"/>
              </a:rPr>
              <a:t> – Superfast prototyping of apps—forms for inputting mock transactions, real‐time results.</a:t>
            </a:r>
          </a:p>
          <a:p>
            <a:pPr lvl="1">
              <a:lnSpc>
                <a:spcPct val="120000"/>
              </a:lnSpc>
              <a:spcBef>
                <a:spcPts val="500"/>
              </a:spcBef>
              <a:buFont typeface="Courier New,monospace" panose="020B0604020202020204" pitchFamily="34" charset="0"/>
              <a:buChar char="o"/>
            </a:pPr>
            <a:r>
              <a:rPr lang="en-US" sz="1400" b="1">
                <a:solidFill>
                  <a:srgbClr val="000000"/>
                </a:solidFill>
                <a:latin typeface="Gill Sans MT"/>
              </a:rPr>
              <a:t>Tableau / Power BI</a:t>
            </a:r>
            <a:r>
              <a:rPr lang="en-US" sz="1400">
                <a:solidFill>
                  <a:srgbClr val="000000"/>
                </a:solidFill>
                <a:latin typeface="Gill Sans MT"/>
              </a:rPr>
              <a:t> – Drag-and-drop business dashboards for non-technical stakeholders, integrating CSV or databaseoutputs.</a:t>
            </a:r>
          </a:p>
          <a:p>
            <a:pPr lvl="1">
              <a:lnSpc>
                <a:spcPct val="120000"/>
              </a:lnSpc>
              <a:spcBef>
                <a:spcPts val="500"/>
              </a:spcBef>
              <a:buFont typeface="Courier New,monospace" panose="020B0604020202020204" pitchFamily="34" charset="0"/>
              <a:buChar char="o"/>
            </a:pPr>
            <a:endParaRPr lang="en-US" sz="1400">
              <a:solidFill>
                <a:srgbClr val="000000"/>
              </a:solidFill>
              <a:latin typeface="Neue Haas Grotesk Text Pro"/>
            </a:endParaRPr>
          </a:p>
          <a:p>
            <a:pPr>
              <a:lnSpc>
                <a:spcPct val="120000"/>
              </a:lnSpc>
            </a:pPr>
            <a:endParaRPr lang="en-US" sz="1400">
              <a:solidFill>
                <a:srgbClr val="000000"/>
              </a:solidFill>
              <a:latin typeface="Neue Haas Grotesk Text Pro"/>
            </a:endParaRPr>
          </a:p>
          <a:p>
            <a:endParaRPr lang="en-US"/>
          </a:p>
        </p:txBody>
      </p:sp>
      <p:pic>
        <p:nvPicPr>
          <p:cNvPr id="4" name="Picture 3" descr="Python Logo PNG Transparent Images">
            <a:extLst>
              <a:ext uri="{FF2B5EF4-FFF2-40B4-BE49-F238E27FC236}">
                <a16:creationId xmlns:a16="http://schemas.microsoft.com/office/drawing/2014/main" id="{279618D0-E277-70C7-88CD-B5C0B86128F1}"/>
              </a:ext>
            </a:extLst>
          </p:cNvPr>
          <p:cNvPicPr>
            <a:picLocks noChangeAspect="1"/>
          </p:cNvPicPr>
          <p:nvPr/>
        </p:nvPicPr>
        <p:blipFill>
          <a:blip r:embed="rId2"/>
          <a:stretch>
            <a:fillRect/>
          </a:stretch>
        </p:blipFill>
        <p:spPr>
          <a:xfrm>
            <a:off x="137160" y="-693"/>
            <a:ext cx="2095500" cy="2797925"/>
          </a:xfrm>
          <a:prstGeom prst="rect">
            <a:avLst/>
          </a:prstGeom>
        </p:spPr>
      </p:pic>
      <p:pic>
        <p:nvPicPr>
          <p:cNvPr id="5" name="Picture 4" descr="A robot with headphones and a gear&#10;&#10;AI-generated content may be incorrect.">
            <a:extLst>
              <a:ext uri="{FF2B5EF4-FFF2-40B4-BE49-F238E27FC236}">
                <a16:creationId xmlns:a16="http://schemas.microsoft.com/office/drawing/2014/main" id="{AF3AF79B-EE69-1E3A-DEDC-8998B4087AF7}"/>
              </a:ext>
            </a:extLst>
          </p:cNvPr>
          <p:cNvPicPr>
            <a:picLocks noChangeAspect="1"/>
          </p:cNvPicPr>
          <p:nvPr/>
        </p:nvPicPr>
        <p:blipFill>
          <a:blip r:embed="rId3"/>
          <a:stretch>
            <a:fillRect/>
          </a:stretch>
        </p:blipFill>
        <p:spPr>
          <a:xfrm>
            <a:off x="9898380" y="4320540"/>
            <a:ext cx="2293620" cy="2225040"/>
          </a:xfrm>
          <a:prstGeom prst="rect">
            <a:avLst/>
          </a:prstGeom>
        </p:spPr>
      </p:pic>
    </p:spTree>
    <p:extLst>
      <p:ext uri="{BB962C8B-B14F-4D97-AF65-F5344CB8AC3E}">
        <p14:creationId xmlns:p14="http://schemas.microsoft.com/office/powerpoint/2010/main" val="24397098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46071-E70A-C58D-5FA1-0DDD697D9469}"/>
              </a:ext>
            </a:extLst>
          </p:cNvPr>
          <p:cNvSpPr>
            <a:spLocks noGrp="1"/>
          </p:cNvSpPr>
          <p:nvPr>
            <p:ph type="title"/>
          </p:nvPr>
        </p:nvSpPr>
        <p:spPr>
          <a:xfrm>
            <a:off x="2023318" y="416808"/>
            <a:ext cx="7729728" cy="1188720"/>
          </a:xfrm>
        </p:spPr>
        <p:txBody>
          <a:bodyPr/>
          <a:lstStyle/>
          <a:p>
            <a:r>
              <a:rPr lang="en-US" sz="3600" b="1">
                <a:solidFill>
                  <a:srgbClr val="000000"/>
                </a:solidFill>
                <a:latin typeface="Gill Sans MT"/>
              </a:rPr>
              <a:t>Technologies Cont.</a:t>
            </a:r>
            <a:endParaRPr lang="en-GB" sz="3600">
              <a:solidFill>
                <a:srgbClr val="000000"/>
              </a:solidFill>
              <a:latin typeface="Gill Sans MT"/>
            </a:endParaRPr>
          </a:p>
          <a:p>
            <a:endParaRPr lang="en-GB"/>
          </a:p>
        </p:txBody>
      </p:sp>
      <p:sp>
        <p:nvSpPr>
          <p:cNvPr id="3" name="Content Placeholder 2">
            <a:extLst>
              <a:ext uri="{FF2B5EF4-FFF2-40B4-BE49-F238E27FC236}">
                <a16:creationId xmlns:a16="http://schemas.microsoft.com/office/drawing/2014/main" id="{178CE108-C842-FFF7-4F4D-74EAB44F6995}"/>
              </a:ext>
            </a:extLst>
          </p:cNvPr>
          <p:cNvSpPr>
            <a:spLocks noGrp="1"/>
          </p:cNvSpPr>
          <p:nvPr>
            <p:ph idx="1"/>
          </p:nvPr>
        </p:nvSpPr>
        <p:spPr>
          <a:xfrm>
            <a:off x="2029616" y="1957912"/>
            <a:ext cx="7931248" cy="3782115"/>
          </a:xfrm>
        </p:spPr>
        <p:txBody>
          <a:bodyPr vert="horz" lIns="91440" tIns="45720" rIns="91440" bIns="45720" rtlCol="0" anchor="t">
            <a:normAutofit lnSpcReduction="10000"/>
          </a:bodyPr>
          <a:lstStyle/>
          <a:p>
            <a:pPr>
              <a:lnSpc>
                <a:spcPct val="120000"/>
              </a:lnSpc>
            </a:pPr>
            <a:r>
              <a:rPr lang="en-US" sz="1400">
                <a:solidFill>
                  <a:srgbClr val="000000"/>
                </a:solidFill>
                <a:latin typeface="Gill Sans MT"/>
              </a:rPr>
              <a:t>Deployment</a:t>
            </a:r>
          </a:p>
          <a:p>
            <a:pPr lvl="1">
              <a:lnSpc>
                <a:spcPct val="120000"/>
              </a:lnSpc>
              <a:spcBef>
                <a:spcPts val="500"/>
              </a:spcBef>
              <a:buFont typeface="Courier New,monospace" panose="020B0604020202020204" pitchFamily="34" charset="0"/>
              <a:buChar char="o"/>
            </a:pPr>
            <a:r>
              <a:rPr lang="en-US" sz="1400" b="1">
                <a:solidFill>
                  <a:srgbClr val="000000"/>
                </a:solidFill>
                <a:latin typeface="Gill Sans MT"/>
              </a:rPr>
              <a:t>FastAPI</a:t>
            </a:r>
            <a:r>
              <a:rPr lang="en-US" sz="1400">
                <a:solidFill>
                  <a:srgbClr val="000000"/>
                </a:solidFill>
                <a:latin typeface="Gill Sans MT"/>
              </a:rPr>
              <a:t> – High-performance REST endpoints for batch or real-time scoring.</a:t>
            </a:r>
          </a:p>
          <a:p>
            <a:pPr lvl="1">
              <a:lnSpc>
                <a:spcPct val="120000"/>
              </a:lnSpc>
              <a:spcBef>
                <a:spcPts val="500"/>
              </a:spcBef>
              <a:buFont typeface="Courier New,monospace" panose="020B0604020202020204" pitchFamily="34" charset="0"/>
              <a:buChar char="o"/>
            </a:pPr>
            <a:r>
              <a:rPr lang="en-US" sz="1400" b="1">
                <a:solidFill>
                  <a:srgbClr val="000000"/>
                </a:solidFill>
                <a:latin typeface="Gill Sans MT"/>
              </a:rPr>
              <a:t>Docker</a:t>
            </a:r>
            <a:r>
              <a:rPr lang="en-US" sz="1400">
                <a:solidFill>
                  <a:srgbClr val="000000"/>
                </a:solidFill>
                <a:latin typeface="Gill Sans MT"/>
              </a:rPr>
              <a:t> – Containerizes entire pipeline (preprocessing → model → API) for consistency.</a:t>
            </a:r>
          </a:p>
          <a:p>
            <a:pPr lvl="1">
              <a:lnSpc>
                <a:spcPct val="120000"/>
              </a:lnSpc>
              <a:spcBef>
                <a:spcPts val="500"/>
              </a:spcBef>
              <a:buFont typeface="Courier New,monospace" panose="020B0604020202020204" pitchFamily="34" charset="0"/>
              <a:buChar char="o"/>
            </a:pPr>
            <a:r>
              <a:rPr lang="en-US" sz="1400" b="1">
                <a:solidFill>
                  <a:srgbClr val="000000"/>
                </a:solidFill>
                <a:latin typeface="Gill Sans MT"/>
              </a:rPr>
              <a:t>Kubernetes</a:t>
            </a:r>
            <a:r>
              <a:rPr lang="en-US" sz="1400">
                <a:solidFill>
                  <a:srgbClr val="000000"/>
                </a:solidFill>
                <a:latin typeface="Gill Sans MT"/>
              </a:rPr>
              <a:t> – Autoscale inference pods behind a load balancer; keeps service resilient.</a:t>
            </a:r>
          </a:p>
          <a:p>
            <a:pPr lvl="1">
              <a:lnSpc>
                <a:spcPct val="120000"/>
              </a:lnSpc>
              <a:spcBef>
                <a:spcPts val="500"/>
              </a:spcBef>
              <a:buFont typeface="Courier New,monospace" panose="020B0604020202020204" pitchFamily="34" charset="0"/>
              <a:buChar char="o"/>
            </a:pPr>
            <a:r>
              <a:rPr lang="en-US" sz="1400" b="1">
                <a:solidFill>
                  <a:srgbClr val="000000"/>
                </a:solidFill>
                <a:latin typeface="Gill Sans MT"/>
              </a:rPr>
              <a:t>Terraform</a:t>
            </a:r>
            <a:r>
              <a:rPr lang="en-US" sz="1400">
                <a:solidFill>
                  <a:srgbClr val="000000"/>
                </a:solidFill>
                <a:latin typeface="Gill Sans MT"/>
              </a:rPr>
              <a:t> – Infrastructure-as-code to spin up cloud resources reproducibly (EKS/GKE/AKS, databases, VPCs).</a:t>
            </a:r>
          </a:p>
          <a:p>
            <a:pPr>
              <a:lnSpc>
                <a:spcPct val="120000"/>
              </a:lnSpc>
            </a:pPr>
            <a:r>
              <a:rPr lang="en-US" sz="1400">
                <a:solidFill>
                  <a:srgbClr val="000000"/>
                </a:solidFill>
                <a:latin typeface="Gill Sans MT"/>
              </a:rPr>
              <a:t>Collaboration</a:t>
            </a:r>
          </a:p>
          <a:p>
            <a:pPr lvl="1">
              <a:lnSpc>
                <a:spcPct val="120000"/>
              </a:lnSpc>
              <a:spcBef>
                <a:spcPts val="500"/>
              </a:spcBef>
              <a:buFont typeface="Courier New,monospace" panose="020B0604020202020204" pitchFamily="34" charset="0"/>
              <a:buChar char="o"/>
            </a:pPr>
            <a:r>
              <a:rPr lang="en-US" sz="1400" b="1">
                <a:solidFill>
                  <a:srgbClr val="000000"/>
                </a:solidFill>
                <a:latin typeface="Gill Sans MT"/>
              </a:rPr>
              <a:t>GitHub / GitLab</a:t>
            </a:r>
            <a:r>
              <a:rPr lang="en-US" sz="1400">
                <a:solidFill>
                  <a:srgbClr val="000000"/>
                </a:solidFill>
                <a:latin typeface="Gill Sans MT"/>
              </a:rPr>
              <a:t> – Version control for code, issue tracking, and CI/CD integration with Actions or Runners.</a:t>
            </a:r>
          </a:p>
          <a:p>
            <a:pPr lvl="1">
              <a:lnSpc>
                <a:spcPct val="120000"/>
              </a:lnSpc>
              <a:spcBef>
                <a:spcPts val="500"/>
              </a:spcBef>
              <a:buFont typeface="Courier New,monospace" panose="020B0604020202020204" pitchFamily="34" charset="0"/>
              <a:buChar char="o"/>
            </a:pPr>
            <a:r>
              <a:rPr lang="en-US" sz="1400" b="1">
                <a:solidFill>
                  <a:srgbClr val="000000"/>
                </a:solidFill>
                <a:latin typeface="Gill Sans MT"/>
              </a:rPr>
              <a:t>WikiPages</a:t>
            </a:r>
            <a:endParaRPr lang="en-US" sz="1400">
              <a:solidFill>
                <a:srgbClr val="000000"/>
              </a:solidFill>
              <a:latin typeface="Gill Sans MT"/>
            </a:endParaRPr>
          </a:p>
          <a:p>
            <a:pPr>
              <a:lnSpc>
                <a:spcPct val="120000"/>
              </a:lnSpc>
            </a:pPr>
            <a:r>
              <a:rPr lang="en-US" sz="1400">
                <a:solidFill>
                  <a:srgbClr val="000000"/>
                </a:solidFill>
                <a:latin typeface="Gill Sans MT"/>
              </a:rPr>
              <a:t>Data Storage &amp; Logging</a:t>
            </a:r>
          </a:p>
          <a:p>
            <a:pPr lvl="1">
              <a:lnSpc>
                <a:spcPct val="120000"/>
              </a:lnSpc>
              <a:spcBef>
                <a:spcPts val="500"/>
              </a:spcBef>
              <a:buFont typeface="Courier New,monospace" panose="020B0604020202020204" pitchFamily="34" charset="0"/>
              <a:buChar char="o"/>
            </a:pPr>
            <a:r>
              <a:rPr lang="en-US" sz="1400">
                <a:solidFill>
                  <a:srgbClr val="000000"/>
                </a:solidFill>
                <a:latin typeface="Gill Sans MT"/>
              </a:rPr>
              <a:t>MongoDB</a:t>
            </a:r>
            <a:endParaRPr lang="en-GB">
              <a:latin typeface="Gill Sans MT"/>
            </a:endParaRPr>
          </a:p>
        </p:txBody>
      </p:sp>
      <p:pic>
        <p:nvPicPr>
          <p:cNvPr id="4" name="Picture 3" descr="A close-up of a password&#10;&#10;AI-generated content may be incorrect.">
            <a:extLst>
              <a:ext uri="{FF2B5EF4-FFF2-40B4-BE49-F238E27FC236}">
                <a16:creationId xmlns:a16="http://schemas.microsoft.com/office/drawing/2014/main" id="{D84B9C81-25B7-0B3A-5227-9C1B40FD7AA2}"/>
              </a:ext>
            </a:extLst>
          </p:cNvPr>
          <p:cNvPicPr>
            <a:picLocks noChangeAspect="1"/>
          </p:cNvPicPr>
          <p:nvPr/>
        </p:nvPicPr>
        <p:blipFill>
          <a:blip r:embed="rId2"/>
          <a:stretch>
            <a:fillRect/>
          </a:stretch>
        </p:blipFill>
        <p:spPr>
          <a:xfrm>
            <a:off x="0" y="160020"/>
            <a:ext cx="1668780" cy="1706880"/>
          </a:xfrm>
          <a:prstGeom prst="rect">
            <a:avLst/>
          </a:prstGeom>
        </p:spPr>
      </p:pic>
      <p:pic>
        <p:nvPicPr>
          <p:cNvPr id="5" name="Picture 4" descr="A person holding a credit card&#10;&#10;AI-generated content may be incorrect.">
            <a:extLst>
              <a:ext uri="{FF2B5EF4-FFF2-40B4-BE49-F238E27FC236}">
                <a16:creationId xmlns:a16="http://schemas.microsoft.com/office/drawing/2014/main" id="{C4E20FB2-B12C-7247-30FD-1A1C05BC8797}"/>
              </a:ext>
            </a:extLst>
          </p:cNvPr>
          <p:cNvPicPr>
            <a:picLocks noChangeAspect="1"/>
          </p:cNvPicPr>
          <p:nvPr/>
        </p:nvPicPr>
        <p:blipFill>
          <a:blip r:embed="rId3"/>
          <a:stretch>
            <a:fillRect/>
          </a:stretch>
        </p:blipFill>
        <p:spPr>
          <a:xfrm>
            <a:off x="9311640" y="4358640"/>
            <a:ext cx="2606040" cy="2293620"/>
          </a:xfrm>
          <a:prstGeom prst="rect">
            <a:avLst/>
          </a:prstGeom>
        </p:spPr>
      </p:pic>
    </p:spTree>
    <p:extLst>
      <p:ext uri="{BB962C8B-B14F-4D97-AF65-F5344CB8AC3E}">
        <p14:creationId xmlns:p14="http://schemas.microsoft.com/office/powerpoint/2010/main" val="2091087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0E4D6-B3A3-FFF9-F542-F5B836A75952}"/>
              </a:ext>
            </a:extLst>
          </p:cNvPr>
          <p:cNvSpPr>
            <a:spLocks noGrp="1"/>
          </p:cNvSpPr>
          <p:nvPr>
            <p:ph type="title"/>
          </p:nvPr>
        </p:nvSpPr>
        <p:spPr>
          <a:xfrm>
            <a:off x="2231136" y="112692"/>
            <a:ext cx="7729728" cy="1188720"/>
          </a:xfrm>
        </p:spPr>
        <p:txBody>
          <a:bodyPr>
            <a:normAutofit/>
          </a:bodyPr>
          <a:lstStyle/>
          <a:p>
            <a:r>
              <a:rPr lang="en-US" sz="3600" b="1"/>
              <a:t>Different Models</a:t>
            </a:r>
          </a:p>
        </p:txBody>
      </p:sp>
      <p:graphicFrame>
        <p:nvGraphicFramePr>
          <p:cNvPr id="7" name="Content Placeholder 6">
            <a:extLst>
              <a:ext uri="{FF2B5EF4-FFF2-40B4-BE49-F238E27FC236}">
                <a16:creationId xmlns:a16="http://schemas.microsoft.com/office/drawing/2014/main" id="{DAF10421-BB7A-31CA-3559-FB85604697CF}"/>
              </a:ext>
            </a:extLst>
          </p:cNvPr>
          <p:cNvGraphicFramePr>
            <a:graphicFrameLocks noGrp="1"/>
          </p:cNvGraphicFramePr>
          <p:nvPr>
            <p:ph idx="1"/>
            <p:extLst>
              <p:ext uri="{D42A27DB-BD31-4B8C-83A1-F6EECF244321}">
                <p14:modId xmlns:p14="http://schemas.microsoft.com/office/powerpoint/2010/main" val="2028930076"/>
              </p:ext>
            </p:extLst>
          </p:nvPr>
        </p:nvGraphicFramePr>
        <p:xfrm>
          <a:off x="659143" y="1463040"/>
          <a:ext cx="10873713" cy="5282268"/>
        </p:xfrm>
        <a:graphic>
          <a:graphicData uri="http://schemas.openxmlformats.org/drawingml/2006/table">
            <a:tbl>
              <a:tblPr/>
              <a:tblGrid>
                <a:gridCol w="3205312">
                  <a:extLst>
                    <a:ext uri="{9D8B030D-6E8A-4147-A177-3AD203B41FA5}">
                      <a16:colId xmlns:a16="http://schemas.microsoft.com/office/drawing/2014/main" val="765401892"/>
                    </a:ext>
                  </a:extLst>
                </a:gridCol>
                <a:gridCol w="3266172">
                  <a:extLst>
                    <a:ext uri="{9D8B030D-6E8A-4147-A177-3AD203B41FA5}">
                      <a16:colId xmlns:a16="http://schemas.microsoft.com/office/drawing/2014/main" val="377176891"/>
                    </a:ext>
                  </a:extLst>
                </a:gridCol>
                <a:gridCol w="4402229">
                  <a:extLst>
                    <a:ext uri="{9D8B030D-6E8A-4147-A177-3AD203B41FA5}">
                      <a16:colId xmlns:a16="http://schemas.microsoft.com/office/drawing/2014/main" val="428803826"/>
                    </a:ext>
                  </a:extLst>
                </a:gridCol>
              </a:tblGrid>
              <a:tr h="101972">
                <a:tc>
                  <a:txBody>
                    <a:bodyPr/>
                    <a:lstStyle/>
                    <a:p>
                      <a:pPr rtl="0" fontAlgn="b"/>
                      <a:r>
                        <a:rPr lang="en-US" sz="400" b="1">
                          <a:effectLst/>
                        </a:rPr>
                        <a:t>Component</a:t>
                      </a:r>
                    </a:p>
                  </a:txBody>
                  <a:tcPr marL="9389" marR="9389" marT="6259" marB="6259"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400" b="1">
                          <a:effectLst/>
                        </a:rPr>
                        <a:t>Explanation</a:t>
                      </a:r>
                    </a:p>
                  </a:txBody>
                  <a:tcPr marL="9389" marR="9389" marT="6259" marB="6259"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400" b="1">
                          <a:effectLst/>
                        </a:rPr>
                        <a:t>Project Goal Alignment</a:t>
                      </a:r>
                    </a:p>
                  </a:txBody>
                  <a:tcPr marL="9389" marR="9389" marT="6259" marB="6259"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13303200"/>
                  </a:ext>
                </a:extLst>
              </a:tr>
              <a:tr h="904902">
                <a:tc>
                  <a:txBody>
                    <a:bodyPr/>
                    <a:lstStyle/>
                    <a:p>
                      <a:pPr algn="ctr" rtl="0" fontAlgn="b"/>
                      <a:r>
                        <a:rPr lang="en-US" sz="1400">
                          <a:effectLst/>
                        </a:rPr>
                        <a:t>The Problem (Imbalance)</a:t>
                      </a:r>
                    </a:p>
                  </a:txBody>
                  <a:tcPr marL="9389" marR="9389" marT="6259" marB="6259"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r>
                        <a:rPr lang="en-US" sz="1400">
                          <a:effectLst/>
                        </a:rPr>
                        <a:t>If we trained a model on the raw data, it would achieve 99.83% accuracy just by guessing "legitimate" every time, making it useless for catching actual fraud.</a:t>
                      </a:r>
                    </a:p>
                  </a:txBody>
                  <a:tcPr marL="9389" marR="9389" marT="6259" marB="6259"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r>
                        <a:rPr lang="en-US" sz="1400">
                          <a:effectLst/>
                        </a:rPr>
                        <a:t>Justifies why your model is necessary to meet the 80% fraud capture goal.</a:t>
                      </a:r>
                    </a:p>
                  </a:txBody>
                  <a:tcPr marL="9389" marR="9389" marT="6259" marB="6259"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03445376"/>
                  </a:ext>
                </a:extLst>
              </a:tr>
              <a:tr h="1573768">
                <a:tc>
                  <a:txBody>
                    <a:bodyPr/>
                    <a:lstStyle/>
                    <a:p>
                      <a:pPr algn="ctr" rtl="0" fontAlgn="b"/>
                      <a:r>
                        <a:rPr lang="en-US" sz="1400">
                          <a:effectLst/>
                        </a:rPr>
                        <a:t>The Solution: SMOTE</a:t>
                      </a:r>
                    </a:p>
                  </a:txBody>
                  <a:tcPr marL="9389" marR="9389" marT="6259" marB="6259"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r>
                        <a:rPr lang="en-US" sz="1400">
                          <a:effectLst/>
                        </a:rPr>
                        <a:t>We use SMOTE (Synthetic Minority Over-sampling Technique) to mathematically generate new, synthetic fraud examples that are similar to the real ones. We only do this on the training data to balance the classes and force the model to learn the fraud patterns effectively.</a:t>
                      </a:r>
                    </a:p>
                  </a:txBody>
                  <a:tcPr marL="9389" marR="9389" marT="6259" marB="6259"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r>
                        <a:rPr lang="en-US" sz="1400">
                          <a:effectLst/>
                        </a:rPr>
                        <a:t>Addresses the severe class imbalance and improves the model's ability to achieve high Recall (catching fraud).</a:t>
                      </a:r>
                    </a:p>
                  </a:txBody>
                  <a:tcPr marL="9389" marR="9389" marT="6259" marB="6259"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168432881"/>
                  </a:ext>
                </a:extLst>
              </a:tr>
              <a:tr h="1350813">
                <a:tc>
                  <a:txBody>
                    <a:bodyPr/>
                    <a:lstStyle/>
                    <a:p>
                      <a:pPr algn="ctr" rtl="0" fontAlgn="b"/>
                      <a:r>
                        <a:rPr lang="en-US" sz="1400">
                          <a:effectLst/>
                        </a:rPr>
                        <a:t>The Classifier: </a:t>
                      </a:r>
                      <a:r>
                        <a:rPr lang="en-US" sz="1400" err="1">
                          <a:effectLst/>
                        </a:rPr>
                        <a:t>XGBoost</a:t>
                      </a:r>
                      <a:endParaRPr lang="en-US" sz="1400">
                        <a:effectLst/>
                      </a:endParaRPr>
                    </a:p>
                  </a:txBody>
                  <a:tcPr marL="9389" marR="9389" marT="6259" marB="6259"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r>
                        <a:rPr lang="en-US" sz="1400">
                          <a:effectLst/>
                        </a:rPr>
                        <a:t>We use </a:t>
                      </a:r>
                      <a:r>
                        <a:rPr lang="en-US" sz="1400" err="1">
                          <a:effectLst/>
                        </a:rPr>
                        <a:t>XGBoost</a:t>
                      </a:r>
                      <a:r>
                        <a:rPr lang="en-US" sz="1400">
                          <a:effectLst/>
                        </a:rPr>
                        <a:t>, a powerful gradient boosting algorithm. It's excellent for tabular data and has advanced internal mechanisms (like using the </a:t>
                      </a:r>
                      <a:r>
                        <a:rPr lang="en-US" sz="1400" err="1">
                          <a:effectLst/>
                        </a:rPr>
                        <a:t>scale_pos_weight</a:t>
                      </a:r>
                      <a:r>
                        <a:rPr lang="en-US" sz="1400">
                          <a:effectLst/>
                        </a:rPr>
                        <a:t> parameter) to handle imbalanced datasets better than simpler models.</a:t>
                      </a:r>
                    </a:p>
                  </a:txBody>
                  <a:tcPr marL="9389" marR="9389" marT="6259" marB="6259"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r>
                        <a:rPr lang="en-US" sz="1400">
                          <a:effectLst/>
                        </a:rPr>
                        <a:t>This choice is key to minimizing losses (high Recall) and achieving high Precision (cutting false positives).</a:t>
                      </a:r>
                    </a:p>
                  </a:txBody>
                  <a:tcPr marL="9389" marR="9389" marT="6259" marB="6259"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746365974"/>
                  </a:ext>
                </a:extLst>
              </a:tr>
              <a:tr h="1350813">
                <a:tc>
                  <a:txBody>
                    <a:bodyPr/>
                    <a:lstStyle/>
                    <a:p>
                      <a:pPr algn="ctr" rtl="0" fontAlgn="b"/>
                      <a:r>
                        <a:rPr lang="en-US" sz="1400">
                          <a:effectLst/>
                        </a:rPr>
                        <a:t>The Output (Real-Time)</a:t>
                      </a:r>
                    </a:p>
                  </a:txBody>
                  <a:tcPr marL="9389" marR="9389" marT="6259" marB="6259"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r>
                        <a:rPr lang="en-US" sz="1400">
                          <a:effectLst/>
                        </a:rPr>
                        <a:t>The trained model is deployed via a high-speed </a:t>
                      </a:r>
                      <a:r>
                        <a:rPr lang="en-US" sz="1400" err="1">
                          <a:effectLst/>
                        </a:rPr>
                        <a:t>FastAPI</a:t>
                      </a:r>
                      <a:r>
                        <a:rPr lang="en-US" sz="1400">
                          <a:effectLst/>
                        </a:rPr>
                        <a:t> service to provide predictions in milliseconds. The output is not just a score, but an Actionable Alert (e.g., "Transaction Blocked" or "Approve/Deny") displayed in the </a:t>
                      </a:r>
                      <a:r>
                        <a:rPr lang="en-US" sz="1400" err="1">
                          <a:effectLst/>
                        </a:rPr>
                        <a:t>Streamlit</a:t>
                      </a:r>
                      <a:r>
                        <a:rPr lang="en-US" sz="1400">
                          <a:effectLst/>
                        </a:rPr>
                        <a:t> front-end.</a:t>
                      </a:r>
                    </a:p>
                  </a:txBody>
                  <a:tcPr marL="9389" marR="9389" marT="6259" marB="6259"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r>
                        <a:rPr lang="en-US" sz="1400">
                          <a:effectLst/>
                        </a:rPr>
                        <a:t>This satisfies the core need of your personas, especially Sarah Miller (quick alerts) and Alex Chen (real-time protection).</a:t>
                      </a:r>
                    </a:p>
                  </a:txBody>
                  <a:tcPr marL="9389" marR="9389" marT="6259" marB="6259"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977851962"/>
                  </a:ext>
                </a:extLst>
              </a:tr>
            </a:tbl>
          </a:graphicData>
        </a:graphic>
      </p:graphicFrame>
    </p:spTree>
    <p:extLst>
      <p:ext uri="{BB962C8B-B14F-4D97-AF65-F5344CB8AC3E}">
        <p14:creationId xmlns:p14="http://schemas.microsoft.com/office/powerpoint/2010/main" val="1655025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5041AB2-A9B4-4D3F-B120-38E7860A8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334" y="804334"/>
            <a:ext cx="10583332" cy="5249332"/>
          </a:xfrm>
          <a:prstGeom prst="rect">
            <a:avLst/>
          </a:prstGeom>
          <a:solidFill>
            <a:srgbClr val="FFFFFF"/>
          </a:solidFill>
          <a:ln w="190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diagram of a process flow&#10;&#10;AI-generated content may be incorrect.">
            <a:extLst>
              <a:ext uri="{FF2B5EF4-FFF2-40B4-BE49-F238E27FC236}">
                <a16:creationId xmlns:a16="http://schemas.microsoft.com/office/drawing/2014/main" id="{BC612028-DFD1-31F6-3399-FF34D44DA0DD}"/>
              </a:ext>
            </a:extLst>
          </p:cNvPr>
          <p:cNvPicPr>
            <a:picLocks noChangeAspect="1"/>
          </p:cNvPicPr>
          <p:nvPr/>
        </p:nvPicPr>
        <p:blipFill>
          <a:blip r:embed="rId2"/>
          <a:stretch>
            <a:fillRect/>
          </a:stretch>
        </p:blipFill>
        <p:spPr>
          <a:xfrm>
            <a:off x="1126236" y="1217456"/>
            <a:ext cx="9939528" cy="4423088"/>
          </a:xfrm>
          <a:prstGeom prst="rect">
            <a:avLst/>
          </a:prstGeom>
        </p:spPr>
      </p:pic>
    </p:spTree>
    <p:extLst>
      <p:ext uri="{BB962C8B-B14F-4D97-AF65-F5344CB8AC3E}">
        <p14:creationId xmlns:p14="http://schemas.microsoft.com/office/powerpoint/2010/main" val="29860377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57FBE3E-BD55-3543-407A-28421B614C4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5041AB2-A9B4-4D3F-B120-38E7860A8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334" y="804334"/>
            <a:ext cx="10583332" cy="5249332"/>
          </a:xfrm>
          <a:prstGeom prst="rect">
            <a:avLst/>
          </a:prstGeom>
          <a:solidFill>
            <a:srgbClr val="FFFFFF"/>
          </a:solidFill>
          <a:ln w="190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CE4834E9-9483-2CE4-852B-3BF3EC3BF62E}"/>
              </a:ext>
            </a:extLst>
          </p:cNvPr>
          <p:cNvPicPr>
            <a:picLocks noChangeAspect="1"/>
          </p:cNvPicPr>
          <p:nvPr/>
        </p:nvPicPr>
        <p:blipFill>
          <a:blip r:embed="rId2"/>
          <a:stretch>
            <a:fillRect/>
          </a:stretch>
        </p:blipFill>
        <p:spPr>
          <a:xfrm>
            <a:off x="1126236" y="1192606"/>
            <a:ext cx="9939528" cy="4472787"/>
          </a:xfrm>
          <a:prstGeom prst="rect">
            <a:avLst/>
          </a:prstGeom>
        </p:spPr>
      </p:pic>
    </p:spTree>
    <p:extLst>
      <p:ext uri="{BB962C8B-B14F-4D97-AF65-F5344CB8AC3E}">
        <p14:creationId xmlns:p14="http://schemas.microsoft.com/office/powerpoint/2010/main" val="353001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6A8167D5-E7FB-E339-2C2A-F16BA0BA7256}"/>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65041AB2-A9B4-4D3F-B120-38E7860A8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334" y="804334"/>
            <a:ext cx="10583332" cy="5249332"/>
          </a:xfrm>
          <a:prstGeom prst="rect">
            <a:avLst/>
          </a:prstGeom>
          <a:solidFill>
            <a:srgbClr val="FFFFFF"/>
          </a:solidFill>
          <a:ln w="190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diagram of a credit card&#10;&#10;AI-generated content may be incorrect.">
            <a:extLst>
              <a:ext uri="{FF2B5EF4-FFF2-40B4-BE49-F238E27FC236}">
                <a16:creationId xmlns:a16="http://schemas.microsoft.com/office/drawing/2014/main" id="{8FD2E6D9-4201-E325-4BC7-F6E58E256433}"/>
              </a:ext>
            </a:extLst>
          </p:cNvPr>
          <p:cNvPicPr>
            <a:picLocks noChangeAspect="1"/>
          </p:cNvPicPr>
          <p:nvPr/>
        </p:nvPicPr>
        <p:blipFill>
          <a:blip r:embed="rId2"/>
          <a:stretch>
            <a:fillRect/>
          </a:stretch>
        </p:blipFill>
        <p:spPr>
          <a:xfrm>
            <a:off x="1126236" y="1192606"/>
            <a:ext cx="9939528" cy="4472787"/>
          </a:xfrm>
          <a:prstGeom prst="rect">
            <a:avLst/>
          </a:prstGeom>
        </p:spPr>
      </p:pic>
    </p:spTree>
    <p:extLst>
      <p:ext uri="{BB962C8B-B14F-4D97-AF65-F5344CB8AC3E}">
        <p14:creationId xmlns:p14="http://schemas.microsoft.com/office/powerpoint/2010/main" val="5000581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FD0B4C8-A507-DAA9-526E-3CAC337B68D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5041AB2-A9B4-4D3F-B120-38E7860A8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334" y="804334"/>
            <a:ext cx="10583332" cy="5249332"/>
          </a:xfrm>
          <a:prstGeom prst="rect">
            <a:avLst/>
          </a:prstGeom>
          <a:solidFill>
            <a:srgbClr val="FFFFFF"/>
          </a:solidFill>
          <a:ln w="190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12FBB4CD-E5FA-2582-1674-AC81E62B29D4}"/>
              </a:ext>
            </a:extLst>
          </p:cNvPr>
          <p:cNvPicPr>
            <a:picLocks noChangeAspect="1"/>
          </p:cNvPicPr>
          <p:nvPr/>
        </p:nvPicPr>
        <p:blipFill>
          <a:blip r:embed="rId2"/>
          <a:stretch>
            <a:fillRect/>
          </a:stretch>
        </p:blipFill>
        <p:spPr>
          <a:xfrm>
            <a:off x="1533053" y="1124712"/>
            <a:ext cx="9125894" cy="4608576"/>
          </a:xfrm>
          <a:prstGeom prst="rect">
            <a:avLst/>
          </a:prstGeom>
        </p:spPr>
      </p:pic>
    </p:spTree>
    <p:extLst>
      <p:ext uri="{BB962C8B-B14F-4D97-AF65-F5344CB8AC3E}">
        <p14:creationId xmlns:p14="http://schemas.microsoft.com/office/powerpoint/2010/main" val="842720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5C7FA2A9-F362-BCB7-7C57-67E6250A43A5}"/>
            </a:ext>
          </a:extLst>
        </p:cNvPr>
        <p:cNvGrpSpPr/>
        <p:nvPr/>
      </p:nvGrpSpPr>
      <p:grpSpPr>
        <a:xfrm>
          <a:off x="0" y="0"/>
          <a:ext cx="0" cy="0"/>
          <a:chOff x="0" y="0"/>
          <a:chExt cx="0" cy="0"/>
        </a:xfrm>
      </p:grpSpPr>
      <p:pic>
        <p:nvPicPr>
          <p:cNvPr id="3" name="Picture 2" descr="A screenshot of a white and black list&#10;&#10;AI-generated content may be incorrect.">
            <a:extLst>
              <a:ext uri="{FF2B5EF4-FFF2-40B4-BE49-F238E27FC236}">
                <a16:creationId xmlns:a16="http://schemas.microsoft.com/office/drawing/2014/main" id="{B29769DF-2690-5385-188A-5730B25F74D4}"/>
              </a:ext>
            </a:extLst>
          </p:cNvPr>
          <p:cNvPicPr>
            <a:picLocks noChangeAspect="1"/>
          </p:cNvPicPr>
          <p:nvPr/>
        </p:nvPicPr>
        <p:blipFill>
          <a:blip r:embed="rId2"/>
          <a:stretch>
            <a:fillRect/>
          </a:stretch>
        </p:blipFill>
        <p:spPr>
          <a:xfrm>
            <a:off x="0" y="1253643"/>
            <a:ext cx="12192000" cy="5606603"/>
          </a:xfrm>
          <a:prstGeom prst="rect">
            <a:avLst/>
          </a:prstGeom>
        </p:spPr>
      </p:pic>
      <p:sp>
        <p:nvSpPr>
          <p:cNvPr id="5" name="Title 1">
            <a:extLst>
              <a:ext uri="{FF2B5EF4-FFF2-40B4-BE49-F238E27FC236}">
                <a16:creationId xmlns:a16="http://schemas.microsoft.com/office/drawing/2014/main" id="{AAD9BCF5-7B4F-4C03-77A5-B535B91E6734}"/>
              </a:ext>
            </a:extLst>
          </p:cNvPr>
          <p:cNvSpPr>
            <a:spLocks noGrp="1"/>
          </p:cNvSpPr>
          <p:nvPr>
            <p:ph type="title"/>
          </p:nvPr>
        </p:nvSpPr>
        <p:spPr>
          <a:xfrm>
            <a:off x="2231136" y="-1308"/>
            <a:ext cx="7729728" cy="1188720"/>
          </a:xfrm>
          <a:solidFill>
            <a:schemeClr val="bg1"/>
          </a:solidFill>
          <a:ln>
            <a:solidFill>
              <a:schemeClr val="tx1">
                <a:lumMod val="85000"/>
                <a:lumOff val="15000"/>
              </a:schemeClr>
            </a:solidFill>
          </a:ln>
        </p:spPr>
        <p:txBody>
          <a:bodyPr>
            <a:normAutofit/>
          </a:bodyPr>
          <a:lstStyle/>
          <a:p>
            <a:r>
              <a:rPr lang="en-US" sz="3600" b="1">
                <a:solidFill>
                  <a:schemeClr val="tx1">
                    <a:lumMod val="85000"/>
                    <a:lumOff val="15000"/>
                  </a:schemeClr>
                </a:solidFill>
              </a:rPr>
              <a:t>User stories</a:t>
            </a:r>
          </a:p>
        </p:txBody>
      </p:sp>
    </p:spTree>
    <p:extLst>
      <p:ext uri="{BB962C8B-B14F-4D97-AF65-F5344CB8AC3E}">
        <p14:creationId xmlns:p14="http://schemas.microsoft.com/office/powerpoint/2010/main" val="1965004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21292A5D-73B8-4675-8E32-725F825879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885FEB-18FE-EE5D-93D6-B441B7A765D8}"/>
              </a:ext>
            </a:extLst>
          </p:cNvPr>
          <p:cNvSpPr>
            <a:spLocks noGrp="1"/>
          </p:cNvSpPr>
          <p:nvPr>
            <p:ph type="title"/>
          </p:nvPr>
        </p:nvSpPr>
        <p:spPr>
          <a:xfrm>
            <a:off x="2231136" y="964692"/>
            <a:ext cx="7729728" cy="1188720"/>
          </a:xfrm>
          <a:solidFill>
            <a:schemeClr val="bg1"/>
          </a:solidFill>
          <a:ln>
            <a:solidFill>
              <a:schemeClr val="tx1">
                <a:lumMod val="85000"/>
                <a:lumOff val="15000"/>
              </a:schemeClr>
            </a:solidFill>
          </a:ln>
        </p:spPr>
        <p:txBody>
          <a:bodyPr>
            <a:normAutofit/>
          </a:bodyPr>
          <a:lstStyle/>
          <a:p>
            <a:r>
              <a:rPr lang="en-US" sz="3600" b="1">
                <a:solidFill>
                  <a:schemeClr val="tx1">
                    <a:lumMod val="85000"/>
                    <a:lumOff val="15000"/>
                  </a:schemeClr>
                </a:solidFill>
              </a:rPr>
              <a:t>Sprint-1 Test Cases</a:t>
            </a:r>
          </a:p>
        </p:txBody>
      </p:sp>
      <p:sp>
        <p:nvSpPr>
          <p:cNvPr id="28" name="Rectangle 27">
            <a:extLst>
              <a:ext uri="{FF2B5EF4-FFF2-40B4-BE49-F238E27FC236}">
                <a16:creationId xmlns:a16="http://schemas.microsoft.com/office/drawing/2014/main" id="{91090741-A59B-469D-B35F-12BB7714BD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5095" y="2743573"/>
            <a:ext cx="10089588" cy="2996827"/>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9" name="Rectangle 28">
            <a:extLst>
              <a:ext uri="{FF2B5EF4-FFF2-40B4-BE49-F238E27FC236}">
                <a16:creationId xmlns:a16="http://schemas.microsoft.com/office/drawing/2014/main" id="{7AFBDFBD-17E3-463E-9655-159AA80F0A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1565" y="2906962"/>
            <a:ext cx="9756648" cy="2670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6853CFEC-3521-43B1-9CAE-A618C7286F77}"/>
              </a:ext>
            </a:extLst>
          </p:cNvPr>
          <p:cNvGraphicFramePr>
            <a:graphicFrameLocks noGrp="1"/>
          </p:cNvGraphicFramePr>
          <p:nvPr>
            <p:ph idx="1"/>
            <p:extLst>
              <p:ext uri="{D42A27DB-BD31-4B8C-83A1-F6EECF244321}">
                <p14:modId xmlns:p14="http://schemas.microsoft.com/office/powerpoint/2010/main" val="3127274099"/>
              </p:ext>
            </p:extLst>
          </p:nvPr>
        </p:nvGraphicFramePr>
        <p:xfrm>
          <a:off x="1233787" y="2906961"/>
          <a:ext cx="9724427" cy="2670048"/>
        </p:xfrm>
        <a:graphic>
          <a:graphicData uri="http://schemas.openxmlformats.org/drawingml/2006/table">
            <a:tbl>
              <a:tblPr>
                <a:tableStyleId>{5C22544A-7EE6-4342-B048-85BDC9FD1C3A}</a:tableStyleId>
              </a:tblPr>
              <a:tblGrid>
                <a:gridCol w="947475">
                  <a:extLst>
                    <a:ext uri="{9D8B030D-6E8A-4147-A177-3AD203B41FA5}">
                      <a16:colId xmlns:a16="http://schemas.microsoft.com/office/drawing/2014/main" val="3557873706"/>
                    </a:ext>
                  </a:extLst>
                </a:gridCol>
                <a:gridCol w="3136333">
                  <a:extLst>
                    <a:ext uri="{9D8B030D-6E8A-4147-A177-3AD203B41FA5}">
                      <a16:colId xmlns:a16="http://schemas.microsoft.com/office/drawing/2014/main" val="3710189725"/>
                    </a:ext>
                  </a:extLst>
                </a:gridCol>
                <a:gridCol w="2885684">
                  <a:extLst>
                    <a:ext uri="{9D8B030D-6E8A-4147-A177-3AD203B41FA5}">
                      <a16:colId xmlns:a16="http://schemas.microsoft.com/office/drawing/2014/main" val="2215109930"/>
                    </a:ext>
                  </a:extLst>
                </a:gridCol>
                <a:gridCol w="979886">
                  <a:extLst>
                    <a:ext uri="{9D8B030D-6E8A-4147-A177-3AD203B41FA5}">
                      <a16:colId xmlns:a16="http://schemas.microsoft.com/office/drawing/2014/main" val="3095553108"/>
                    </a:ext>
                  </a:extLst>
                </a:gridCol>
                <a:gridCol w="1775049">
                  <a:extLst>
                    <a:ext uri="{9D8B030D-6E8A-4147-A177-3AD203B41FA5}">
                      <a16:colId xmlns:a16="http://schemas.microsoft.com/office/drawing/2014/main" val="448047795"/>
                    </a:ext>
                  </a:extLst>
                </a:gridCol>
              </a:tblGrid>
              <a:tr h="569062">
                <a:tc>
                  <a:txBody>
                    <a:bodyPr/>
                    <a:lstStyle/>
                    <a:p>
                      <a:pPr algn="ctr" fontAlgn="b"/>
                      <a:r>
                        <a:rPr lang="en-US" sz="1400" u="none" strike="noStrike">
                          <a:effectLst/>
                        </a:rPr>
                        <a:t>Test Case ID</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Scenario Description</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Input Data </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Expected Output</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Category</a:t>
                      </a:r>
                      <a:endParaRPr lang="en-US" sz="1400" b="0" i="0" u="none" strike="noStrike">
                        <a:solidFill>
                          <a:srgbClr val="000000"/>
                        </a:solidFill>
                        <a:effectLst/>
                        <a:latin typeface="Aptos Narrow" panose="020B0004020202020204" pitchFamily="34" charset="0"/>
                      </a:endParaRPr>
                    </a:p>
                  </a:txBody>
                  <a:tcPr marL="10087" marR="10087" marT="10087" marB="0" anchor="b"/>
                </a:tc>
                <a:extLst>
                  <a:ext uri="{0D108BD9-81ED-4DB2-BD59-A6C34878D82A}">
                    <a16:rowId xmlns:a16="http://schemas.microsoft.com/office/drawing/2014/main" val="515653388"/>
                  </a:ext>
                </a:extLst>
              </a:tr>
              <a:tr h="320954">
                <a:tc>
                  <a:txBody>
                    <a:bodyPr/>
                    <a:lstStyle/>
                    <a:p>
                      <a:pPr algn="ctr" fontAlgn="b"/>
                      <a:r>
                        <a:rPr lang="en-US" sz="1400" u="none" strike="noStrike">
                          <a:effectLst/>
                        </a:rPr>
                        <a:t>TC001</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Normal low-value transaction </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$50, New York, Card used before</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Legit </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Normal Transaction</a:t>
                      </a:r>
                      <a:endParaRPr lang="en-US" sz="1400" b="0" i="0" u="none" strike="noStrike">
                        <a:solidFill>
                          <a:srgbClr val="000000"/>
                        </a:solidFill>
                        <a:effectLst/>
                        <a:latin typeface="Aptos Narrow" panose="020B0004020202020204" pitchFamily="34" charset="0"/>
                      </a:endParaRPr>
                    </a:p>
                  </a:txBody>
                  <a:tcPr marL="10087" marR="10087" marT="10087" marB="0" anchor="b"/>
                </a:tc>
                <a:extLst>
                  <a:ext uri="{0D108BD9-81ED-4DB2-BD59-A6C34878D82A}">
                    <a16:rowId xmlns:a16="http://schemas.microsoft.com/office/drawing/2014/main" val="2087597593"/>
                  </a:ext>
                </a:extLst>
              </a:tr>
              <a:tr h="320954">
                <a:tc>
                  <a:txBody>
                    <a:bodyPr/>
                    <a:lstStyle/>
                    <a:p>
                      <a:pPr algn="ctr" fontAlgn="b"/>
                      <a:r>
                        <a:rPr lang="en-US" sz="1400" u="none" strike="noStrike">
                          <a:effectLst/>
                        </a:rPr>
                        <a:t>TC002</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High-value transaction in abroad nation</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$5,000,Germany, User location: USA</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Fraud</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Location Anomaly</a:t>
                      </a:r>
                      <a:endParaRPr lang="en-US" sz="1400" b="0" i="0" u="none" strike="noStrike">
                        <a:solidFill>
                          <a:srgbClr val="000000"/>
                        </a:solidFill>
                        <a:effectLst/>
                        <a:latin typeface="Aptos Narrow" panose="020B0004020202020204" pitchFamily="34" charset="0"/>
                      </a:endParaRPr>
                    </a:p>
                  </a:txBody>
                  <a:tcPr marL="10087" marR="10087" marT="10087" marB="0" anchor="b"/>
                </a:tc>
                <a:extLst>
                  <a:ext uri="{0D108BD9-81ED-4DB2-BD59-A6C34878D82A}">
                    <a16:rowId xmlns:a16="http://schemas.microsoft.com/office/drawing/2014/main" val="352456757"/>
                  </a:ext>
                </a:extLst>
              </a:tr>
              <a:tr h="569062">
                <a:tc>
                  <a:txBody>
                    <a:bodyPr/>
                    <a:lstStyle/>
                    <a:p>
                      <a:pPr algn="ctr" fontAlgn="b"/>
                      <a:r>
                        <a:rPr lang="en-US" sz="1400" u="none" strike="noStrike">
                          <a:effectLst/>
                        </a:rPr>
                        <a:t>TC003</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Multiple transactions in short time</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10 transactions in 4 minutes, total $5000</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Fraud</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Velocity Check</a:t>
                      </a:r>
                      <a:endParaRPr lang="en-US" sz="1400" b="0" i="0" u="none" strike="noStrike">
                        <a:solidFill>
                          <a:srgbClr val="000000"/>
                        </a:solidFill>
                        <a:effectLst/>
                        <a:latin typeface="Aptos Narrow" panose="020B0004020202020204" pitchFamily="34" charset="0"/>
                      </a:endParaRPr>
                    </a:p>
                  </a:txBody>
                  <a:tcPr marL="10087" marR="10087" marT="10087" marB="0" anchor="b"/>
                </a:tc>
                <a:extLst>
                  <a:ext uri="{0D108BD9-81ED-4DB2-BD59-A6C34878D82A}">
                    <a16:rowId xmlns:a16="http://schemas.microsoft.com/office/drawing/2014/main" val="2191343730"/>
                  </a:ext>
                </a:extLst>
              </a:tr>
              <a:tr h="320954">
                <a:tc>
                  <a:txBody>
                    <a:bodyPr/>
                    <a:lstStyle/>
                    <a:p>
                      <a:pPr algn="ctr" fontAlgn="b"/>
                      <a:r>
                        <a:rPr lang="en-US" sz="1400" u="none" strike="noStrike">
                          <a:effectLst/>
                        </a:rPr>
                        <a:t>TC004</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Online purchase from familiar vendors</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$200, amazon</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Legit </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Trusted Vendor</a:t>
                      </a:r>
                      <a:endParaRPr lang="en-US" sz="1400" b="0" i="0" u="none" strike="noStrike">
                        <a:solidFill>
                          <a:srgbClr val="000000"/>
                        </a:solidFill>
                        <a:effectLst/>
                        <a:latin typeface="Aptos Narrow" panose="020B0004020202020204" pitchFamily="34" charset="0"/>
                      </a:endParaRPr>
                    </a:p>
                  </a:txBody>
                  <a:tcPr marL="10087" marR="10087" marT="10087" marB="0" anchor="b"/>
                </a:tc>
                <a:extLst>
                  <a:ext uri="{0D108BD9-81ED-4DB2-BD59-A6C34878D82A}">
                    <a16:rowId xmlns:a16="http://schemas.microsoft.com/office/drawing/2014/main" val="408249426"/>
                  </a:ext>
                </a:extLst>
              </a:tr>
              <a:tr h="569062">
                <a:tc>
                  <a:txBody>
                    <a:bodyPr/>
                    <a:lstStyle/>
                    <a:p>
                      <a:pPr algn="ctr" fontAlgn="b"/>
                      <a:r>
                        <a:rPr lang="en-US" sz="1400" u="none" strike="noStrike">
                          <a:effectLst/>
                        </a:rPr>
                        <a:t>TC005</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Transaction at unusual hour</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$600, 3:00AM, Normal hours 9 AM‚9 PM</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Suspicious</a:t>
                      </a:r>
                      <a:endParaRPr lang="en-US" sz="1400" b="0" i="0" u="none" strike="noStrike">
                        <a:solidFill>
                          <a:srgbClr val="000000"/>
                        </a:solidFill>
                        <a:effectLst/>
                        <a:latin typeface="Aptos Narrow" panose="020B0004020202020204" pitchFamily="34" charset="0"/>
                      </a:endParaRPr>
                    </a:p>
                  </a:txBody>
                  <a:tcPr marL="10087" marR="10087" marT="10087" marB="0" anchor="b"/>
                </a:tc>
                <a:tc>
                  <a:txBody>
                    <a:bodyPr/>
                    <a:lstStyle/>
                    <a:p>
                      <a:pPr algn="ctr" fontAlgn="b"/>
                      <a:r>
                        <a:rPr lang="en-US" sz="1400" u="none" strike="noStrike">
                          <a:effectLst/>
                        </a:rPr>
                        <a:t>Time-based Anomaly</a:t>
                      </a:r>
                      <a:endParaRPr lang="en-US" sz="1400" b="0" i="0" u="none" strike="noStrike">
                        <a:solidFill>
                          <a:srgbClr val="000000"/>
                        </a:solidFill>
                        <a:effectLst/>
                        <a:latin typeface="Aptos Narrow" panose="020B0004020202020204" pitchFamily="34" charset="0"/>
                      </a:endParaRPr>
                    </a:p>
                  </a:txBody>
                  <a:tcPr marL="10087" marR="10087" marT="10087" marB="0" anchor="b"/>
                </a:tc>
                <a:extLst>
                  <a:ext uri="{0D108BD9-81ED-4DB2-BD59-A6C34878D82A}">
                    <a16:rowId xmlns:a16="http://schemas.microsoft.com/office/drawing/2014/main" val="4173530135"/>
                  </a:ext>
                </a:extLst>
              </a:tr>
            </a:tbl>
          </a:graphicData>
        </a:graphic>
      </p:graphicFrame>
    </p:spTree>
    <p:extLst>
      <p:ext uri="{BB962C8B-B14F-4D97-AF65-F5344CB8AC3E}">
        <p14:creationId xmlns:p14="http://schemas.microsoft.com/office/powerpoint/2010/main" val="2026709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21292A5D-73B8-4675-8E32-725F825879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885FEB-18FE-EE5D-93D6-B441B7A765D8}"/>
              </a:ext>
            </a:extLst>
          </p:cNvPr>
          <p:cNvSpPr>
            <a:spLocks noGrp="1"/>
          </p:cNvSpPr>
          <p:nvPr>
            <p:ph type="title"/>
          </p:nvPr>
        </p:nvSpPr>
        <p:spPr>
          <a:xfrm>
            <a:off x="2231136" y="964692"/>
            <a:ext cx="7729728" cy="1188720"/>
          </a:xfrm>
          <a:solidFill>
            <a:schemeClr val="bg1"/>
          </a:solidFill>
          <a:ln>
            <a:solidFill>
              <a:schemeClr val="tx1">
                <a:lumMod val="85000"/>
                <a:lumOff val="15000"/>
              </a:schemeClr>
            </a:solidFill>
          </a:ln>
        </p:spPr>
        <p:txBody>
          <a:bodyPr>
            <a:normAutofit/>
          </a:bodyPr>
          <a:lstStyle/>
          <a:p>
            <a:r>
              <a:rPr lang="en-US" sz="3600" b="1">
                <a:solidFill>
                  <a:schemeClr val="tx1">
                    <a:lumMod val="85000"/>
                    <a:lumOff val="15000"/>
                  </a:schemeClr>
                </a:solidFill>
              </a:rPr>
              <a:t>Sprint-1 Test Cases</a:t>
            </a:r>
          </a:p>
        </p:txBody>
      </p:sp>
      <p:sp>
        <p:nvSpPr>
          <p:cNvPr id="28" name="Rectangle 27">
            <a:extLst>
              <a:ext uri="{FF2B5EF4-FFF2-40B4-BE49-F238E27FC236}">
                <a16:creationId xmlns:a16="http://schemas.microsoft.com/office/drawing/2014/main" id="{91090741-A59B-469D-B35F-12BB7714BD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5095" y="2743573"/>
            <a:ext cx="10089588" cy="2996827"/>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9" name="Rectangle 28">
            <a:extLst>
              <a:ext uri="{FF2B5EF4-FFF2-40B4-BE49-F238E27FC236}">
                <a16:creationId xmlns:a16="http://schemas.microsoft.com/office/drawing/2014/main" id="{7AFBDFBD-17E3-463E-9655-159AA80F0A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1565" y="2906962"/>
            <a:ext cx="9756648" cy="2670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Content Placeholder 8">
            <a:extLst>
              <a:ext uri="{FF2B5EF4-FFF2-40B4-BE49-F238E27FC236}">
                <a16:creationId xmlns:a16="http://schemas.microsoft.com/office/drawing/2014/main" id="{1A3F9E39-ACAE-59E0-230A-408C970C7270}"/>
              </a:ext>
            </a:extLst>
          </p:cNvPr>
          <p:cNvGraphicFramePr>
            <a:graphicFrameLocks noGrp="1"/>
          </p:cNvGraphicFramePr>
          <p:nvPr>
            <p:ph idx="1"/>
            <p:extLst>
              <p:ext uri="{D42A27DB-BD31-4B8C-83A1-F6EECF244321}">
                <p14:modId xmlns:p14="http://schemas.microsoft.com/office/powerpoint/2010/main" val="2212320131"/>
              </p:ext>
            </p:extLst>
          </p:nvPr>
        </p:nvGraphicFramePr>
        <p:xfrm>
          <a:off x="1233787" y="2906963"/>
          <a:ext cx="9724427" cy="2551730"/>
        </p:xfrm>
        <a:graphic>
          <a:graphicData uri="http://schemas.openxmlformats.org/drawingml/2006/table">
            <a:tbl>
              <a:tblPr>
                <a:tableStyleId>{5C22544A-7EE6-4342-B048-85BDC9FD1C3A}</a:tableStyleId>
              </a:tblPr>
              <a:tblGrid>
                <a:gridCol w="917334">
                  <a:extLst>
                    <a:ext uri="{9D8B030D-6E8A-4147-A177-3AD203B41FA5}">
                      <a16:colId xmlns:a16="http://schemas.microsoft.com/office/drawing/2014/main" val="814188422"/>
                    </a:ext>
                  </a:extLst>
                </a:gridCol>
                <a:gridCol w="2998451">
                  <a:extLst>
                    <a:ext uri="{9D8B030D-6E8A-4147-A177-3AD203B41FA5}">
                      <a16:colId xmlns:a16="http://schemas.microsoft.com/office/drawing/2014/main" val="2686832286"/>
                    </a:ext>
                  </a:extLst>
                </a:gridCol>
                <a:gridCol w="2888918">
                  <a:extLst>
                    <a:ext uri="{9D8B030D-6E8A-4147-A177-3AD203B41FA5}">
                      <a16:colId xmlns:a16="http://schemas.microsoft.com/office/drawing/2014/main" val="3289292122"/>
                    </a:ext>
                  </a:extLst>
                </a:gridCol>
                <a:gridCol w="1204857">
                  <a:extLst>
                    <a:ext uri="{9D8B030D-6E8A-4147-A177-3AD203B41FA5}">
                      <a16:colId xmlns:a16="http://schemas.microsoft.com/office/drawing/2014/main" val="3986518277"/>
                    </a:ext>
                  </a:extLst>
                </a:gridCol>
                <a:gridCol w="1714867">
                  <a:extLst>
                    <a:ext uri="{9D8B030D-6E8A-4147-A177-3AD203B41FA5}">
                      <a16:colId xmlns:a16="http://schemas.microsoft.com/office/drawing/2014/main" val="287486022"/>
                    </a:ext>
                  </a:extLst>
                </a:gridCol>
              </a:tblGrid>
              <a:tr h="510346">
                <a:tc>
                  <a:txBody>
                    <a:bodyPr/>
                    <a:lstStyle/>
                    <a:p>
                      <a:pPr algn="ctr" fontAlgn="b"/>
                      <a:r>
                        <a:rPr lang="en-US" sz="1400" u="none" strike="noStrike">
                          <a:effectLst/>
                        </a:rPr>
                        <a:t>TC006</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Card used after being reported lost</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$500, Card status: Reported lost</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Fraud</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Stolen Card</a:t>
                      </a:r>
                      <a:endParaRPr lang="en-US" sz="1400" b="0" i="0" u="none" strike="noStrike">
                        <a:solidFill>
                          <a:srgbClr val="000000"/>
                        </a:solidFill>
                        <a:effectLst/>
                        <a:latin typeface="Aptos Narrow" panose="020B0004020202020204" pitchFamily="34" charset="0"/>
                      </a:endParaRPr>
                    </a:p>
                  </a:txBody>
                  <a:tcPr marL="8167" marR="8167" marT="8167" marB="0" anchor="b"/>
                </a:tc>
                <a:extLst>
                  <a:ext uri="{0D108BD9-81ED-4DB2-BD59-A6C34878D82A}">
                    <a16:rowId xmlns:a16="http://schemas.microsoft.com/office/drawing/2014/main" val="1775852580"/>
                  </a:ext>
                </a:extLst>
              </a:tr>
              <a:tr h="510346">
                <a:tc>
                  <a:txBody>
                    <a:bodyPr/>
                    <a:lstStyle/>
                    <a:p>
                      <a:pPr algn="ctr" fontAlgn="b"/>
                      <a:r>
                        <a:rPr lang="en-US" sz="1400" u="none" strike="noStrike">
                          <a:effectLst/>
                        </a:rPr>
                        <a:t>TC007</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Mismatch in billing and shipping country</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Billing: USA, Shipping: Australia</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Fraud</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Geographical Mismatch</a:t>
                      </a:r>
                      <a:endParaRPr lang="en-US" sz="1400" b="0" i="0" u="none" strike="noStrike">
                        <a:solidFill>
                          <a:srgbClr val="000000"/>
                        </a:solidFill>
                        <a:effectLst/>
                        <a:latin typeface="Aptos Narrow" panose="020B0004020202020204" pitchFamily="34" charset="0"/>
                      </a:endParaRPr>
                    </a:p>
                  </a:txBody>
                  <a:tcPr marL="8167" marR="8167" marT="8167" marB="0" anchor="b"/>
                </a:tc>
                <a:extLst>
                  <a:ext uri="{0D108BD9-81ED-4DB2-BD59-A6C34878D82A}">
                    <a16:rowId xmlns:a16="http://schemas.microsoft.com/office/drawing/2014/main" val="2466017"/>
                  </a:ext>
                </a:extLst>
              </a:tr>
              <a:tr h="510346">
                <a:tc>
                  <a:txBody>
                    <a:bodyPr/>
                    <a:lstStyle/>
                    <a:p>
                      <a:pPr algn="ctr" fontAlgn="b"/>
                      <a:r>
                        <a:rPr lang="en-US" sz="1400" u="none" strike="noStrike">
                          <a:effectLst/>
                        </a:rPr>
                        <a:t>TC008</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Multiple declines followed by approval</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3 declines, 1 approval for $900</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Fraud</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Decline Pattern</a:t>
                      </a:r>
                      <a:endParaRPr lang="en-US" sz="1400" b="0" i="0" u="none" strike="noStrike">
                        <a:solidFill>
                          <a:srgbClr val="000000"/>
                        </a:solidFill>
                        <a:effectLst/>
                        <a:latin typeface="Aptos Narrow" panose="020B0004020202020204" pitchFamily="34" charset="0"/>
                      </a:endParaRPr>
                    </a:p>
                  </a:txBody>
                  <a:tcPr marL="8167" marR="8167" marT="8167" marB="0" anchor="b"/>
                </a:tc>
                <a:extLst>
                  <a:ext uri="{0D108BD9-81ED-4DB2-BD59-A6C34878D82A}">
                    <a16:rowId xmlns:a16="http://schemas.microsoft.com/office/drawing/2014/main" val="1592457066"/>
                  </a:ext>
                </a:extLst>
              </a:tr>
              <a:tr h="510346">
                <a:tc>
                  <a:txBody>
                    <a:bodyPr/>
                    <a:lstStyle/>
                    <a:p>
                      <a:pPr algn="ctr" fontAlgn="b"/>
                      <a:r>
                        <a:rPr lang="en-US" sz="1400" u="none" strike="noStrike">
                          <a:effectLst/>
                        </a:rPr>
                        <a:t>TC009</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Small test transaction followed by large one</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$1 then $2,000 within 5 mins</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Fraud</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Test Transaction Pattern</a:t>
                      </a:r>
                      <a:endParaRPr lang="en-US" sz="1400" b="0" i="0" u="none" strike="noStrike">
                        <a:solidFill>
                          <a:srgbClr val="000000"/>
                        </a:solidFill>
                        <a:effectLst/>
                        <a:latin typeface="Aptos Narrow" panose="020B0004020202020204" pitchFamily="34" charset="0"/>
                      </a:endParaRPr>
                    </a:p>
                  </a:txBody>
                  <a:tcPr marL="8167" marR="8167" marT="8167" marB="0" anchor="b"/>
                </a:tc>
                <a:extLst>
                  <a:ext uri="{0D108BD9-81ED-4DB2-BD59-A6C34878D82A}">
                    <a16:rowId xmlns:a16="http://schemas.microsoft.com/office/drawing/2014/main" val="1500706933"/>
                  </a:ext>
                </a:extLst>
              </a:tr>
              <a:tr h="510346">
                <a:tc>
                  <a:txBody>
                    <a:bodyPr/>
                    <a:lstStyle/>
                    <a:p>
                      <a:pPr algn="ctr" fontAlgn="b"/>
                      <a:r>
                        <a:rPr lang="en-US" sz="1400" u="none" strike="noStrike">
                          <a:effectLst/>
                        </a:rPr>
                        <a:t>TC010</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Purchase with consistent spending history</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$70, Groceries</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Legit </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Behavioral Match</a:t>
                      </a:r>
                      <a:endParaRPr lang="en-US" sz="1400" b="0" i="0" u="none" strike="noStrike">
                        <a:solidFill>
                          <a:srgbClr val="000000"/>
                        </a:solidFill>
                        <a:effectLst/>
                        <a:latin typeface="Aptos Narrow" panose="020B0004020202020204" pitchFamily="34" charset="0"/>
                      </a:endParaRPr>
                    </a:p>
                  </a:txBody>
                  <a:tcPr marL="8167" marR="8167" marT="8167" marB="0" anchor="b"/>
                </a:tc>
                <a:extLst>
                  <a:ext uri="{0D108BD9-81ED-4DB2-BD59-A6C34878D82A}">
                    <a16:rowId xmlns:a16="http://schemas.microsoft.com/office/drawing/2014/main" val="2496677231"/>
                  </a:ext>
                </a:extLst>
              </a:tr>
            </a:tbl>
          </a:graphicData>
        </a:graphic>
      </p:graphicFrame>
    </p:spTree>
    <p:extLst>
      <p:ext uri="{BB962C8B-B14F-4D97-AF65-F5344CB8AC3E}">
        <p14:creationId xmlns:p14="http://schemas.microsoft.com/office/powerpoint/2010/main" val="34697160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21292A5D-73B8-4675-8E32-725F825879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885FEB-18FE-EE5D-93D6-B441B7A765D8}"/>
              </a:ext>
            </a:extLst>
          </p:cNvPr>
          <p:cNvSpPr>
            <a:spLocks noGrp="1"/>
          </p:cNvSpPr>
          <p:nvPr>
            <p:ph type="title"/>
          </p:nvPr>
        </p:nvSpPr>
        <p:spPr>
          <a:xfrm>
            <a:off x="2231136" y="964692"/>
            <a:ext cx="7729728" cy="1188720"/>
          </a:xfrm>
          <a:solidFill>
            <a:schemeClr val="bg1"/>
          </a:solidFill>
          <a:ln>
            <a:solidFill>
              <a:schemeClr val="tx1">
                <a:lumMod val="85000"/>
                <a:lumOff val="15000"/>
              </a:schemeClr>
            </a:solidFill>
          </a:ln>
        </p:spPr>
        <p:txBody>
          <a:bodyPr>
            <a:normAutofit/>
          </a:bodyPr>
          <a:lstStyle/>
          <a:p>
            <a:r>
              <a:rPr lang="en-US" sz="3600" b="1">
                <a:solidFill>
                  <a:schemeClr val="tx1">
                    <a:lumMod val="85000"/>
                    <a:lumOff val="15000"/>
                  </a:schemeClr>
                </a:solidFill>
              </a:rPr>
              <a:t>Sprint-1 Test Cases</a:t>
            </a:r>
          </a:p>
        </p:txBody>
      </p:sp>
      <p:sp>
        <p:nvSpPr>
          <p:cNvPr id="28" name="Rectangle 27">
            <a:extLst>
              <a:ext uri="{FF2B5EF4-FFF2-40B4-BE49-F238E27FC236}">
                <a16:creationId xmlns:a16="http://schemas.microsoft.com/office/drawing/2014/main" id="{91090741-A59B-469D-B35F-12BB7714BD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5095" y="2743573"/>
            <a:ext cx="10089588" cy="2996827"/>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9" name="Rectangle 28">
            <a:extLst>
              <a:ext uri="{FF2B5EF4-FFF2-40B4-BE49-F238E27FC236}">
                <a16:creationId xmlns:a16="http://schemas.microsoft.com/office/drawing/2014/main" id="{7AFBDFBD-17E3-463E-9655-159AA80F0A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1565" y="2906962"/>
            <a:ext cx="9756648" cy="2670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4">
            <a:extLst>
              <a:ext uri="{FF2B5EF4-FFF2-40B4-BE49-F238E27FC236}">
                <a16:creationId xmlns:a16="http://schemas.microsoft.com/office/drawing/2014/main" id="{4644EA3C-8489-B085-E7C8-F571A4B9DCEB}"/>
              </a:ext>
            </a:extLst>
          </p:cNvPr>
          <p:cNvGraphicFramePr>
            <a:graphicFrameLocks noGrp="1"/>
          </p:cNvGraphicFramePr>
          <p:nvPr>
            <p:ph idx="1"/>
            <p:extLst>
              <p:ext uri="{D42A27DB-BD31-4B8C-83A1-F6EECF244321}">
                <p14:modId xmlns:p14="http://schemas.microsoft.com/office/powerpoint/2010/main" val="1381167242"/>
              </p:ext>
            </p:extLst>
          </p:nvPr>
        </p:nvGraphicFramePr>
        <p:xfrm>
          <a:off x="1233788" y="2906960"/>
          <a:ext cx="9724425" cy="2670050"/>
        </p:xfrm>
        <a:graphic>
          <a:graphicData uri="http://schemas.openxmlformats.org/drawingml/2006/table">
            <a:tbl>
              <a:tblPr>
                <a:tableStyleId>{5C22544A-7EE6-4342-B048-85BDC9FD1C3A}</a:tableStyleId>
              </a:tblPr>
              <a:tblGrid>
                <a:gridCol w="917334">
                  <a:extLst>
                    <a:ext uri="{9D8B030D-6E8A-4147-A177-3AD203B41FA5}">
                      <a16:colId xmlns:a16="http://schemas.microsoft.com/office/drawing/2014/main" val="1070168518"/>
                    </a:ext>
                  </a:extLst>
                </a:gridCol>
                <a:gridCol w="2998450">
                  <a:extLst>
                    <a:ext uri="{9D8B030D-6E8A-4147-A177-3AD203B41FA5}">
                      <a16:colId xmlns:a16="http://schemas.microsoft.com/office/drawing/2014/main" val="2085103313"/>
                    </a:ext>
                  </a:extLst>
                </a:gridCol>
                <a:gridCol w="2888917">
                  <a:extLst>
                    <a:ext uri="{9D8B030D-6E8A-4147-A177-3AD203B41FA5}">
                      <a16:colId xmlns:a16="http://schemas.microsoft.com/office/drawing/2014/main" val="2021595224"/>
                    </a:ext>
                  </a:extLst>
                </a:gridCol>
                <a:gridCol w="1204857">
                  <a:extLst>
                    <a:ext uri="{9D8B030D-6E8A-4147-A177-3AD203B41FA5}">
                      <a16:colId xmlns:a16="http://schemas.microsoft.com/office/drawing/2014/main" val="3890316038"/>
                    </a:ext>
                  </a:extLst>
                </a:gridCol>
                <a:gridCol w="1714867">
                  <a:extLst>
                    <a:ext uri="{9D8B030D-6E8A-4147-A177-3AD203B41FA5}">
                      <a16:colId xmlns:a16="http://schemas.microsoft.com/office/drawing/2014/main" val="2106933907"/>
                    </a:ext>
                  </a:extLst>
                </a:gridCol>
              </a:tblGrid>
              <a:tr h="534010">
                <a:tc>
                  <a:txBody>
                    <a:bodyPr/>
                    <a:lstStyle/>
                    <a:p>
                      <a:pPr algn="ctr" fontAlgn="b"/>
                      <a:r>
                        <a:rPr lang="en-US" sz="1400" u="none" strike="noStrike">
                          <a:effectLst/>
                        </a:rPr>
                        <a:t>TC011</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Transaction from new device/IP</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Device: Unknown, IP: new region</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Suspicious</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Device Anomaly</a:t>
                      </a:r>
                      <a:endParaRPr lang="en-US" sz="1400" b="0" i="0" u="none" strike="noStrike">
                        <a:solidFill>
                          <a:srgbClr val="000000"/>
                        </a:solidFill>
                        <a:effectLst/>
                        <a:latin typeface="Aptos Narrow" panose="020B0004020202020204" pitchFamily="34" charset="0"/>
                      </a:endParaRPr>
                    </a:p>
                  </a:txBody>
                  <a:tcPr marL="8167" marR="8167" marT="8167" marB="0" anchor="b"/>
                </a:tc>
                <a:extLst>
                  <a:ext uri="{0D108BD9-81ED-4DB2-BD59-A6C34878D82A}">
                    <a16:rowId xmlns:a16="http://schemas.microsoft.com/office/drawing/2014/main" val="3817057090"/>
                  </a:ext>
                </a:extLst>
              </a:tr>
              <a:tr h="534010">
                <a:tc>
                  <a:txBody>
                    <a:bodyPr/>
                    <a:lstStyle/>
                    <a:p>
                      <a:pPr algn="ctr" fontAlgn="b"/>
                      <a:r>
                        <a:rPr lang="en-US" sz="1400" u="none" strike="noStrike">
                          <a:effectLst/>
                        </a:rPr>
                        <a:t>TC012</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Cross-border ATM withdrawal</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Japan, User location: USA</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Fraud</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Geo Velocity</a:t>
                      </a:r>
                      <a:endParaRPr lang="en-US" sz="1400" b="0" i="0" u="none" strike="noStrike">
                        <a:solidFill>
                          <a:srgbClr val="000000"/>
                        </a:solidFill>
                        <a:effectLst/>
                        <a:latin typeface="Aptos Narrow" panose="020B0004020202020204" pitchFamily="34" charset="0"/>
                      </a:endParaRPr>
                    </a:p>
                  </a:txBody>
                  <a:tcPr marL="8167" marR="8167" marT="8167" marB="0" anchor="b"/>
                </a:tc>
                <a:extLst>
                  <a:ext uri="{0D108BD9-81ED-4DB2-BD59-A6C34878D82A}">
                    <a16:rowId xmlns:a16="http://schemas.microsoft.com/office/drawing/2014/main" val="3837918713"/>
                  </a:ext>
                </a:extLst>
              </a:tr>
              <a:tr h="534010">
                <a:tc>
                  <a:txBody>
                    <a:bodyPr/>
                    <a:lstStyle/>
                    <a:p>
                      <a:pPr algn="ctr" fontAlgn="b"/>
                      <a:r>
                        <a:rPr lang="en-US" sz="1400" u="none" strike="noStrike">
                          <a:effectLst/>
                        </a:rPr>
                        <a:t>TC013</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Sudden change in spending category</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$5000, Category: Luxury Jewelry</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Suspicious</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Behavioral Deviation</a:t>
                      </a:r>
                      <a:endParaRPr lang="en-US" sz="1400" b="0" i="0" u="none" strike="noStrike">
                        <a:solidFill>
                          <a:srgbClr val="000000"/>
                        </a:solidFill>
                        <a:effectLst/>
                        <a:latin typeface="Aptos Narrow" panose="020B0004020202020204" pitchFamily="34" charset="0"/>
                      </a:endParaRPr>
                    </a:p>
                  </a:txBody>
                  <a:tcPr marL="8167" marR="8167" marT="8167" marB="0" anchor="b"/>
                </a:tc>
                <a:extLst>
                  <a:ext uri="{0D108BD9-81ED-4DB2-BD59-A6C34878D82A}">
                    <a16:rowId xmlns:a16="http://schemas.microsoft.com/office/drawing/2014/main" val="2295796792"/>
                  </a:ext>
                </a:extLst>
              </a:tr>
              <a:tr h="534010">
                <a:tc>
                  <a:txBody>
                    <a:bodyPr/>
                    <a:lstStyle/>
                    <a:p>
                      <a:pPr algn="ctr" fontAlgn="b"/>
                      <a:r>
                        <a:rPr lang="en-US" sz="1400" u="none" strike="noStrike">
                          <a:effectLst/>
                        </a:rPr>
                        <a:t>TC014</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Repeated identical transactions</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5 identical $500transactions in 20 mins</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Fraud</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Duplication Pattern</a:t>
                      </a:r>
                      <a:endParaRPr lang="en-US" sz="1400" b="0" i="0" u="none" strike="noStrike">
                        <a:solidFill>
                          <a:srgbClr val="000000"/>
                        </a:solidFill>
                        <a:effectLst/>
                        <a:latin typeface="Aptos Narrow" panose="020B0004020202020204" pitchFamily="34" charset="0"/>
                      </a:endParaRPr>
                    </a:p>
                  </a:txBody>
                  <a:tcPr marL="8167" marR="8167" marT="8167" marB="0" anchor="b"/>
                </a:tc>
                <a:extLst>
                  <a:ext uri="{0D108BD9-81ED-4DB2-BD59-A6C34878D82A}">
                    <a16:rowId xmlns:a16="http://schemas.microsoft.com/office/drawing/2014/main" val="1418929570"/>
                  </a:ext>
                </a:extLst>
              </a:tr>
              <a:tr h="534010">
                <a:tc>
                  <a:txBody>
                    <a:bodyPr/>
                    <a:lstStyle/>
                    <a:p>
                      <a:pPr algn="ctr" fontAlgn="b"/>
                      <a:r>
                        <a:rPr lang="en-US" sz="1400" u="none" strike="noStrike">
                          <a:effectLst/>
                        </a:rPr>
                        <a:t>TC015</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Refund request immediately after purchase</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$1500refunded after 10 mins</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Suspicious</a:t>
                      </a:r>
                      <a:endParaRPr lang="en-US" sz="1400" b="0" i="0" u="none" strike="noStrike">
                        <a:solidFill>
                          <a:srgbClr val="000000"/>
                        </a:solidFill>
                        <a:effectLst/>
                        <a:latin typeface="Aptos Narrow" panose="020B0004020202020204" pitchFamily="34" charset="0"/>
                      </a:endParaRPr>
                    </a:p>
                  </a:txBody>
                  <a:tcPr marL="8167" marR="8167" marT="8167" marB="0" anchor="b"/>
                </a:tc>
                <a:tc>
                  <a:txBody>
                    <a:bodyPr/>
                    <a:lstStyle/>
                    <a:p>
                      <a:pPr algn="ctr" fontAlgn="b"/>
                      <a:r>
                        <a:rPr lang="en-US" sz="1400" u="none" strike="noStrike">
                          <a:effectLst/>
                        </a:rPr>
                        <a:t>Refund Abuse</a:t>
                      </a:r>
                      <a:endParaRPr lang="en-US" sz="1400" b="0" i="0" u="none" strike="noStrike">
                        <a:solidFill>
                          <a:srgbClr val="000000"/>
                        </a:solidFill>
                        <a:effectLst/>
                        <a:latin typeface="Aptos Narrow" panose="020B0004020202020204" pitchFamily="34" charset="0"/>
                      </a:endParaRPr>
                    </a:p>
                  </a:txBody>
                  <a:tcPr marL="8167" marR="8167" marT="8167" marB="0" anchor="b"/>
                </a:tc>
                <a:extLst>
                  <a:ext uri="{0D108BD9-81ED-4DB2-BD59-A6C34878D82A}">
                    <a16:rowId xmlns:a16="http://schemas.microsoft.com/office/drawing/2014/main" val="3768963965"/>
                  </a:ext>
                </a:extLst>
              </a:tr>
            </a:tbl>
          </a:graphicData>
        </a:graphic>
      </p:graphicFrame>
    </p:spTree>
    <p:extLst>
      <p:ext uri="{BB962C8B-B14F-4D97-AF65-F5344CB8AC3E}">
        <p14:creationId xmlns:p14="http://schemas.microsoft.com/office/powerpoint/2010/main" val="1540623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with a line and numbers&#10;&#10;AI-generated content may be incorrect.">
            <a:extLst>
              <a:ext uri="{FF2B5EF4-FFF2-40B4-BE49-F238E27FC236}">
                <a16:creationId xmlns:a16="http://schemas.microsoft.com/office/drawing/2014/main" id="{0571D062-E92E-43FA-90AB-49B92D977E9D}"/>
              </a:ext>
            </a:extLst>
          </p:cNvPr>
          <p:cNvPicPr>
            <a:picLocks noChangeAspect="1"/>
          </p:cNvPicPr>
          <p:nvPr/>
        </p:nvPicPr>
        <p:blipFill>
          <a:blip r:embed="rId2"/>
          <a:stretch>
            <a:fillRect/>
          </a:stretch>
        </p:blipFill>
        <p:spPr>
          <a:xfrm>
            <a:off x="549234" y="0"/>
            <a:ext cx="11093532" cy="6858000"/>
          </a:xfrm>
          <a:prstGeom prst="rect">
            <a:avLst/>
          </a:prstGeom>
        </p:spPr>
      </p:pic>
    </p:spTree>
    <p:extLst>
      <p:ext uri="{BB962C8B-B14F-4D97-AF65-F5344CB8AC3E}">
        <p14:creationId xmlns:p14="http://schemas.microsoft.com/office/powerpoint/2010/main" val="2994796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99B9E-6C74-5DFC-4565-C7A22C5843D5}"/>
              </a:ext>
            </a:extLst>
          </p:cNvPr>
          <p:cNvSpPr>
            <a:spLocks noGrp="1"/>
          </p:cNvSpPr>
          <p:nvPr>
            <p:ph type="title"/>
          </p:nvPr>
        </p:nvSpPr>
        <p:spPr/>
        <p:txBody>
          <a:bodyPr>
            <a:normAutofit/>
          </a:bodyPr>
          <a:lstStyle/>
          <a:p>
            <a:r>
              <a:rPr lang="en-US" sz="3600" b="1"/>
              <a:t>Sprint Retrospective</a:t>
            </a:r>
          </a:p>
        </p:txBody>
      </p:sp>
      <p:sp>
        <p:nvSpPr>
          <p:cNvPr id="3" name="Content Placeholder 2">
            <a:extLst>
              <a:ext uri="{FF2B5EF4-FFF2-40B4-BE49-F238E27FC236}">
                <a16:creationId xmlns:a16="http://schemas.microsoft.com/office/drawing/2014/main" id="{1D3F9974-95B2-0FBE-86A9-C2100E0F88BB}"/>
              </a:ext>
            </a:extLst>
          </p:cNvPr>
          <p:cNvSpPr>
            <a:spLocks noGrp="1"/>
          </p:cNvSpPr>
          <p:nvPr>
            <p:ph idx="1"/>
          </p:nvPr>
        </p:nvSpPr>
        <p:spPr/>
        <p:txBody>
          <a:bodyPr vert="horz" lIns="91440" tIns="45720" rIns="91440" bIns="45720" rtlCol="0" anchor="t">
            <a:normAutofit/>
          </a:bodyPr>
          <a:lstStyle/>
          <a:p>
            <a:pPr>
              <a:buFont typeface="Calibri" panose="020B0604020202020204" pitchFamily="34" charset="0"/>
              <a:buChar char="-"/>
            </a:pPr>
            <a:r>
              <a:rPr lang="en-US"/>
              <a:t>What we did well: Good sprint planning and collaboration</a:t>
            </a:r>
          </a:p>
          <a:p>
            <a:pPr>
              <a:buFont typeface="Calibri" panose="020B0604020202020204" pitchFamily="34" charset="0"/>
              <a:buChar char="-"/>
            </a:pPr>
            <a:r>
              <a:rPr lang="en-US"/>
              <a:t>What we felt didn't go well: There were stretches of the sprint where we weren't able meet and had to rush more at the end of the sprint as reflected in the burndown chart</a:t>
            </a:r>
          </a:p>
          <a:p>
            <a:pPr>
              <a:buFont typeface="Calibri" panose="020B0604020202020204" pitchFamily="34" charset="0"/>
              <a:buChar char="-"/>
            </a:pPr>
            <a:r>
              <a:rPr lang="en-US"/>
              <a:t>What we want to do differently next time: Daily standups were difficult because we all work and have school, want to start doing asynchronous status updates over WhatsApp</a:t>
            </a:r>
          </a:p>
        </p:txBody>
      </p:sp>
    </p:spTree>
    <p:extLst>
      <p:ext uri="{BB962C8B-B14F-4D97-AF65-F5344CB8AC3E}">
        <p14:creationId xmlns:p14="http://schemas.microsoft.com/office/powerpoint/2010/main" val="1265307689"/>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Application>Microsoft Office PowerPoint</Application>
  <PresentationFormat>Widescreen</PresentationFormat>
  <Slides>22</Slides>
  <Notes>0</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Parcel</vt:lpstr>
      <vt:lpstr>IT Architects Credit Card Fraud Detection</vt:lpstr>
      <vt:lpstr>Team Members</vt:lpstr>
      <vt:lpstr>PowerPoint Presentation</vt:lpstr>
      <vt:lpstr>Problem Statement</vt:lpstr>
      <vt:lpstr>Problem Description</vt:lpstr>
      <vt:lpstr>Persona 1:  Sarah Miller</vt:lpstr>
      <vt:lpstr>Persona 2: Alex Chen</vt:lpstr>
      <vt:lpstr>Persona 3: Marcus Johnson</vt:lpstr>
      <vt:lpstr>Product Prototype</vt:lpstr>
      <vt:lpstr>Technology and Tools</vt:lpstr>
      <vt:lpstr>Technologies Cont. </vt:lpstr>
      <vt:lpstr>Different Models</vt:lpstr>
      <vt:lpstr>PowerPoint Presentation</vt:lpstr>
      <vt:lpstr>PowerPoint Presentation</vt:lpstr>
      <vt:lpstr>PowerPoint Presentation</vt:lpstr>
      <vt:lpstr>PowerPoint Presentation</vt:lpstr>
      <vt:lpstr>User stories</vt:lpstr>
      <vt:lpstr>Sprint-1 Test Cases</vt:lpstr>
      <vt:lpstr>Sprint-1 Test Cases</vt:lpstr>
      <vt:lpstr>Sprint-1 Test Cases</vt:lpstr>
      <vt:lpstr>PowerPoint Presentation</vt:lpstr>
      <vt:lpstr>Sprint Retrospective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Architects Credit Card Fraud Detection</dc:title>
  <dc:creator>Moradia, Zenil</dc:creator>
  <cp:revision>1</cp:revision>
  <dcterms:created xsi:type="dcterms:W3CDTF">2025-10-23T06:38:31Z</dcterms:created>
  <dcterms:modified xsi:type="dcterms:W3CDTF">2025-10-24T03:11:39Z</dcterms:modified>
</cp:coreProperties>
</file>